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4" r:id="rId6"/>
    <p:sldId id="265" r:id="rId7"/>
    <p:sldId id="260" r:id="rId8"/>
    <p:sldId id="261" r:id="rId9"/>
    <p:sldId id="262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E32A3E-EAAD-4524-BA1A-E7C53718FAD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1041856-7FBC-44B4-941B-DDCAD0AEFEB9}">
      <dgm:prSet/>
      <dgm:spPr/>
      <dgm:t>
        <a:bodyPr/>
        <a:lstStyle/>
        <a:p>
          <a:pPr>
            <a:defRPr cap="all"/>
          </a:pPr>
          <a:r>
            <a:rPr lang="es-MX"/>
            <a:t>Landing page </a:t>
          </a:r>
          <a:endParaRPr lang="en-US"/>
        </a:p>
      </dgm:t>
    </dgm:pt>
    <dgm:pt modelId="{534604A6-DD90-49F3-B5CB-9A54B71F7B6F}" type="parTrans" cxnId="{67AB74EC-5FEF-4D10-A995-E4C6DFCBC9A1}">
      <dgm:prSet/>
      <dgm:spPr/>
      <dgm:t>
        <a:bodyPr/>
        <a:lstStyle/>
        <a:p>
          <a:endParaRPr lang="en-US"/>
        </a:p>
      </dgm:t>
    </dgm:pt>
    <dgm:pt modelId="{561C6D62-29CC-4EAF-956C-5164104771C7}" type="sibTrans" cxnId="{67AB74EC-5FEF-4D10-A995-E4C6DFCBC9A1}">
      <dgm:prSet/>
      <dgm:spPr/>
      <dgm:t>
        <a:bodyPr/>
        <a:lstStyle/>
        <a:p>
          <a:endParaRPr lang="en-US"/>
        </a:p>
      </dgm:t>
    </dgm:pt>
    <dgm:pt modelId="{46909D3F-0201-4D98-B051-F09161F17177}">
      <dgm:prSet/>
      <dgm:spPr/>
      <dgm:t>
        <a:bodyPr/>
        <a:lstStyle/>
        <a:p>
          <a:pPr>
            <a:defRPr cap="all"/>
          </a:pPr>
          <a:r>
            <a:rPr lang="es-MX"/>
            <a:t>Gestión de clientes (CRM)</a:t>
          </a:r>
          <a:endParaRPr lang="en-US"/>
        </a:p>
      </dgm:t>
    </dgm:pt>
    <dgm:pt modelId="{03D7978C-E253-4643-9880-288DBC548D7A}" type="parTrans" cxnId="{F07EB1E6-A7FA-4344-9BAA-332742AD5369}">
      <dgm:prSet/>
      <dgm:spPr/>
      <dgm:t>
        <a:bodyPr/>
        <a:lstStyle/>
        <a:p>
          <a:endParaRPr lang="en-US"/>
        </a:p>
      </dgm:t>
    </dgm:pt>
    <dgm:pt modelId="{061B8B86-1D09-4F14-8488-6BC9C9E3FF38}" type="sibTrans" cxnId="{F07EB1E6-A7FA-4344-9BAA-332742AD5369}">
      <dgm:prSet/>
      <dgm:spPr/>
      <dgm:t>
        <a:bodyPr/>
        <a:lstStyle/>
        <a:p>
          <a:endParaRPr lang="en-US"/>
        </a:p>
      </dgm:t>
    </dgm:pt>
    <dgm:pt modelId="{CCBB3AEB-B1DC-4931-9279-3F5F41413225}">
      <dgm:prSet/>
      <dgm:spPr/>
      <dgm:t>
        <a:bodyPr/>
        <a:lstStyle/>
        <a:p>
          <a:pPr>
            <a:defRPr cap="all"/>
          </a:pPr>
          <a:r>
            <a:rPr lang="es-MX"/>
            <a:t>Catalogo de producto</a:t>
          </a:r>
          <a:endParaRPr lang="en-US"/>
        </a:p>
      </dgm:t>
    </dgm:pt>
    <dgm:pt modelId="{2789E9DC-B94C-4F8F-BACB-124739C9C015}" type="parTrans" cxnId="{1AA205D7-5B0D-4A11-ACB8-CEB1AF6F65EB}">
      <dgm:prSet/>
      <dgm:spPr/>
      <dgm:t>
        <a:bodyPr/>
        <a:lstStyle/>
        <a:p>
          <a:endParaRPr lang="en-US"/>
        </a:p>
      </dgm:t>
    </dgm:pt>
    <dgm:pt modelId="{AC700F42-2D5B-477C-B200-681865C2AB51}" type="sibTrans" cxnId="{1AA205D7-5B0D-4A11-ACB8-CEB1AF6F65EB}">
      <dgm:prSet/>
      <dgm:spPr/>
      <dgm:t>
        <a:bodyPr/>
        <a:lstStyle/>
        <a:p>
          <a:endParaRPr lang="en-US"/>
        </a:p>
      </dgm:t>
    </dgm:pt>
    <dgm:pt modelId="{A6A6DD1C-CFAB-4DAB-B9C8-90907B286536}">
      <dgm:prSet/>
      <dgm:spPr/>
      <dgm:t>
        <a:bodyPr/>
        <a:lstStyle/>
        <a:p>
          <a:pPr>
            <a:defRPr cap="all"/>
          </a:pPr>
          <a:r>
            <a:rPr lang="es-MX"/>
            <a:t>Tienda en línea </a:t>
          </a:r>
          <a:endParaRPr lang="en-US"/>
        </a:p>
      </dgm:t>
    </dgm:pt>
    <dgm:pt modelId="{B7AFC122-75D6-4816-BA76-DBF959B56844}" type="parTrans" cxnId="{17FF9D48-41B2-46EC-8207-4458A7673127}">
      <dgm:prSet/>
      <dgm:spPr/>
      <dgm:t>
        <a:bodyPr/>
        <a:lstStyle/>
        <a:p>
          <a:endParaRPr lang="en-US"/>
        </a:p>
      </dgm:t>
    </dgm:pt>
    <dgm:pt modelId="{7FA94295-8991-4703-B8A7-749000F90FD4}" type="sibTrans" cxnId="{17FF9D48-41B2-46EC-8207-4458A7673127}">
      <dgm:prSet/>
      <dgm:spPr/>
      <dgm:t>
        <a:bodyPr/>
        <a:lstStyle/>
        <a:p>
          <a:endParaRPr lang="en-US"/>
        </a:p>
      </dgm:t>
    </dgm:pt>
    <dgm:pt modelId="{E1657283-A3B7-4397-9F23-FCD5E52CE5A9}">
      <dgm:prSet/>
      <dgm:spPr/>
      <dgm:t>
        <a:bodyPr/>
        <a:lstStyle/>
        <a:p>
          <a:pPr>
            <a:defRPr cap="all"/>
          </a:pPr>
          <a:r>
            <a:rPr lang="es-MX"/>
            <a:t>Facturación</a:t>
          </a:r>
          <a:endParaRPr lang="en-US"/>
        </a:p>
      </dgm:t>
    </dgm:pt>
    <dgm:pt modelId="{99AA7EB4-DF64-41F8-88DC-FC2739CE166F}" type="parTrans" cxnId="{1E8D81A4-1199-4702-AAC2-7C9DAD3D76BB}">
      <dgm:prSet/>
      <dgm:spPr/>
      <dgm:t>
        <a:bodyPr/>
        <a:lstStyle/>
        <a:p>
          <a:endParaRPr lang="en-US"/>
        </a:p>
      </dgm:t>
    </dgm:pt>
    <dgm:pt modelId="{57F6DA9C-823E-47D7-B46A-D833A601EBAA}" type="sibTrans" cxnId="{1E8D81A4-1199-4702-AAC2-7C9DAD3D76BB}">
      <dgm:prSet/>
      <dgm:spPr/>
      <dgm:t>
        <a:bodyPr/>
        <a:lstStyle/>
        <a:p>
          <a:endParaRPr lang="en-US"/>
        </a:p>
      </dgm:t>
    </dgm:pt>
    <dgm:pt modelId="{041DEDF5-E045-47FE-A030-4576171622B7}">
      <dgm:prSet/>
      <dgm:spPr/>
      <dgm:t>
        <a:bodyPr/>
        <a:lstStyle/>
        <a:p>
          <a:pPr>
            <a:defRPr cap="all"/>
          </a:pPr>
          <a:r>
            <a:rPr lang="es-MX" dirty="0"/>
            <a:t>Gestión de inventario (ERP)</a:t>
          </a:r>
          <a:endParaRPr lang="en-US" dirty="0"/>
        </a:p>
      </dgm:t>
    </dgm:pt>
    <dgm:pt modelId="{8613D169-A892-4434-888E-239306C89D82}" type="parTrans" cxnId="{0E5ECB60-3312-48FF-B6C1-A4CF5C5950FC}">
      <dgm:prSet/>
      <dgm:spPr/>
      <dgm:t>
        <a:bodyPr/>
        <a:lstStyle/>
        <a:p>
          <a:endParaRPr lang="en-US"/>
        </a:p>
      </dgm:t>
    </dgm:pt>
    <dgm:pt modelId="{B8228276-7FAE-401B-887B-E8146D3629E2}" type="sibTrans" cxnId="{0E5ECB60-3312-48FF-B6C1-A4CF5C5950FC}">
      <dgm:prSet/>
      <dgm:spPr/>
      <dgm:t>
        <a:bodyPr/>
        <a:lstStyle/>
        <a:p>
          <a:endParaRPr lang="en-US"/>
        </a:p>
      </dgm:t>
    </dgm:pt>
    <dgm:pt modelId="{4133AB81-B892-435B-8713-B18E06693463}" type="pres">
      <dgm:prSet presAssocID="{A3E32A3E-EAAD-4524-BA1A-E7C53718FADB}" presName="root" presStyleCnt="0">
        <dgm:presLayoutVars>
          <dgm:dir/>
          <dgm:resizeHandles val="exact"/>
        </dgm:presLayoutVars>
      </dgm:prSet>
      <dgm:spPr/>
    </dgm:pt>
    <dgm:pt modelId="{58DEF7D1-D0F6-45A2-9846-F7442CFE4761}" type="pres">
      <dgm:prSet presAssocID="{C1041856-7FBC-44B4-941B-DDCAD0AEFEB9}" presName="compNode" presStyleCnt="0"/>
      <dgm:spPr/>
    </dgm:pt>
    <dgm:pt modelId="{24319ED9-9C2A-4EF1-8DDF-5498FDB1AB69}" type="pres">
      <dgm:prSet presAssocID="{C1041856-7FBC-44B4-941B-DDCAD0AEFEB9}" presName="iconBgRect" presStyleLbl="bgShp" presStyleIdx="0" presStyleCnt="6"/>
      <dgm:spPr/>
    </dgm:pt>
    <dgm:pt modelId="{76BECA2C-5AA8-476D-9BF4-CBF697591E9E}" type="pres">
      <dgm:prSet presAssocID="{C1041856-7FBC-44B4-941B-DDCAD0AEFEB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3D908D7D-431B-42CD-A90F-3F600D72A616}" type="pres">
      <dgm:prSet presAssocID="{C1041856-7FBC-44B4-941B-DDCAD0AEFEB9}" presName="spaceRect" presStyleCnt="0"/>
      <dgm:spPr/>
    </dgm:pt>
    <dgm:pt modelId="{8F48D6D6-6A84-4C82-B54B-AECE5DD5B883}" type="pres">
      <dgm:prSet presAssocID="{C1041856-7FBC-44B4-941B-DDCAD0AEFEB9}" presName="textRect" presStyleLbl="revTx" presStyleIdx="0" presStyleCnt="6">
        <dgm:presLayoutVars>
          <dgm:chMax val="1"/>
          <dgm:chPref val="1"/>
        </dgm:presLayoutVars>
      </dgm:prSet>
      <dgm:spPr/>
    </dgm:pt>
    <dgm:pt modelId="{B1D8B57C-44AC-41DD-B1A3-F5284472421C}" type="pres">
      <dgm:prSet presAssocID="{561C6D62-29CC-4EAF-956C-5164104771C7}" presName="sibTrans" presStyleCnt="0"/>
      <dgm:spPr/>
    </dgm:pt>
    <dgm:pt modelId="{5D687A07-9D39-47BD-BEFB-94766246B73F}" type="pres">
      <dgm:prSet presAssocID="{46909D3F-0201-4D98-B051-F09161F17177}" presName="compNode" presStyleCnt="0"/>
      <dgm:spPr/>
    </dgm:pt>
    <dgm:pt modelId="{EB9CDE10-B90A-4C76-8059-95D8005FEC50}" type="pres">
      <dgm:prSet presAssocID="{46909D3F-0201-4D98-B051-F09161F17177}" presName="iconBgRect" presStyleLbl="bgShp" presStyleIdx="1" presStyleCnt="6"/>
      <dgm:spPr/>
    </dgm:pt>
    <dgm:pt modelId="{3A7AB39F-BBAF-43DD-921B-398A16D46198}" type="pres">
      <dgm:prSet presAssocID="{46909D3F-0201-4D98-B051-F09161F1717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C60C3CD9-3710-455D-A3C1-B731BCF8E8A0}" type="pres">
      <dgm:prSet presAssocID="{46909D3F-0201-4D98-B051-F09161F17177}" presName="spaceRect" presStyleCnt="0"/>
      <dgm:spPr/>
    </dgm:pt>
    <dgm:pt modelId="{9DB7293B-E08A-4261-BA83-9819CC95BD85}" type="pres">
      <dgm:prSet presAssocID="{46909D3F-0201-4D98-B051-F09161F17177}" presName="textRect" presStyleLbl="revTx" presStyleIdx="1" presStyleCnt="6">
        <dgm:presLayoutVars>
          <dgm:chMax val="1"/>
          <dgm:chPref val="1"/>
        </dgm:presLayoutVars>
      </dgm:prSet>
      <dgm:spPr/>
    </dgm:pt>
    <dgm:pt modelId="{0D7E80B2-C453-4324-8901-8D9B4BDAC88C}" type="pres">
      <dgm:prSet presAssocID="{061B8B86-1D09-4F14-8488-6BC9C9E3FF38}" presName="sibTrans" presStyleCnt="0"/>
      <dgm:spPr/>
    </dgm:pt>
    <dgm:pt modelId="{ACBDF983-2F78-4154-8BF5-85F1B0DF37AE}" type="pres">
      <dgm:prSet presAssocID="{CCBB3AEB-B1DC-4931-9279-3F5F41413225}" presName="compNode" presStyleCnt="0"/>
      <dgm:spPr/>
    </dgm:pt>
    <dgm:pt modelId="{27D47996-AC49-4B84-BCEB-1C8DC5D3F3AE}" type="pres">
      <dgm:prSet presAssocID="{CCBB3AEB-B1DC-4931-9279-3F5F41413225}" presName="iconBgRect" presStyleLbl="bgShp" presStyleIdx="2" presStyleCnt="6"/>
      <dgm:spPr/>
    </dgm:pt>
    <dgm:pt modelId="{6FA3E911-1005-4D5E-9F58-A5F824C5876D}" type="pres">
      <dgm:prSet presAssocID="{CCBB3AEB-B1DC-4931-9279-3F5F4141322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1D7F482C-A269-4FA6-99E7-C85295421906}" type="pres">
      <dgm:prSet presAssocID="{CCBB3AEB-B1DC-4931-9279-3F5F41413225}" presName="spaceRect" presStyleCnt="0"/>
      <dgm:spPr/>
    </dgm:pt>
    <dgm:pt modelId="{2FEBBFCF-B9E4-4153-8599-5CFC722FEEA2}" type="pres">
      <dgm:prSet presAssocID="{CCBB3AEB-B1DC-4931-9279-3F5F41413225}" presName="textRect" presStyleLbl="revTx" presStyleIdx="2" presStyleCnt="6">
        <dgm:presLayoutVars>
          <dgm:chMax val="1"/>
          <dgm:chPref val="1"/>
        </dgm:presLayoutVars>
      </dgm:prSet>
      <dgm:spPr/>
    </dgm:pt>
    <dgm:pt modelId="{2CA040F5-D2A1-4227-AE60-854F156F30D4}" type="pres">
      <dgm:prSet presAssocID="{AC700F42-2D5B-477C-B200-681865C2AB51}" presName="sibTrans" presStyleCnt="0"/>
      <dgm:spPr/>
    </dgm:pt>
    <dgm:pt modelId="{58E647AE-6C1C-412C-8E14-DAF0C374C827}" type="pres">
      <dgm:prSet presAssocID="{A6A6DD1C-CFAB-4DAB-B9C8-90907B286536}" presName="compNode" presStyleCnt="0"/>
      <dgm:spPr/>
    </dgm:pt>
    <dgm:pt modelId="{4ABCA94B-9AB2-4808-9CED-4A1AAD50FA39}" type="pres">
      <dgm:prSet presAssocID="{A6A6DD1C-CFAB-4DAB-B9C8-90907B286536}" presName="iconBgRect" presStyleLbl="bgShp" presStyleIdx="3" presStyleCnt="6"/>
      <dgm:spPr/>
    </dgm:pt>
    <dgm:pt modelId="{7CC2B0E7-FCD9-4DBC-9DF4-4862CE959457}" type="pres">
      <dgm:prSet presAssocID="{A6A6DD1C-CFAB-4DAB-B9C8-90907B28653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enda"/>
        </a:ext>
      </dgm:extLst>
    </dgm:pt>
    <dgm:pt modelId="{87895DC6-7BFD-4021-8E1F-10916AA67F3D}" type="pres">
      <dgm:prSet presAssocID="{A6A6DD1C-CFAB-4DAB-B9C8-90907B286536}" presName="spaceRect" presStyleCnt="0"/>
      <dgm:spPr/>
    </dgm:pt>
    <dgm:pt modelId="{C70DC8E4-9EC2-4813-ACAE-F2B53DBF0609}" type="pres">
      <dgm:prSet presAssocID="{A6A6DD1C-CFAB-4DAB-B9C8-90907B286536}" presName="textRect" presStyleLbl="revTx" presStyleIdx="3" presStyleCnt="6">
        <dgm:presLayoutVars>
          <dgm:chMax val="1"/>
          <dgm:chPref val="1"/>
        </dgm:presLayoutVars>
      </dgm:prSet>
      <dgm:spPr/>
    </dgm:pt>
    <dgm:pt modelId="{24FC9AB4-2F97-4D6D-AA90-11B9499FABB9}" type="pres">
      <dgm:prSet presAssocID="{7FA94295-8991-4703-B8A7-749000F90FD4}" presName="sibTrans" presStyleCnt="0"/>
      <dgm:spPr/>
    </dgm:pt>
    <dgm:pt modelId="{B8BCDCC8-CF9B-412D-A2E7-FE4E9DD6ADF5}" type="pres">
      <dgm:prSet presAssocID="{E1657283-A3B7-4397-9F23-FCD5E52CE5A9}" presName="compNode" presStyleCnt="0"/>
      <dgm:spPr/>
    </dgm:pt>
    <dgm:pt modelId="{42599411-F0DB-43F3-BB55-203EDD2966C8}" type="pres">
      <dgm:prSet presAssocID="{E1657283-A3B7-4397-9F23-FCD5E52CE5A9}" presName="iconBgRect" presStyleLbl="bgShp" presStyleIdx="4" presStyleCnt="6"/>
      <dgm:spPr/>
    </dgm:pt>
    <dgm:pt modelId="{56F907B6-7506-45FE-A2E0-39CB4EC761D5}" type="pres">
      <dgm:prSet presAssocID="{E1657283-A3B7-4397-9F23-FCD5E52CE5A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EBC973A3-BC00-472B-B615-009F399E4850}" type="pres">
      <dgm:prSet presAssocID="{E1657283-A3B7-4397-9F23-FCD5E52CE5A9}" presName="spaceRect" presStyleCnt="0"/>
      <dgm:spPr/>
    </dgm:pt>
    <dgm:pt modelId="{4FBC892B-F87B-4B9B-B5F0-AAFBD6BDF0F0}" type="pres">
      <dgm:prSet presAssocID="{E1657283-A3B7-4397-9F23-FCD5E52CE5A9}" presName="textRect" presStyleLbl="revTx" presStyleIdx="4" presStyleCnt="6">
        <dgm:presLayoutVars>
          <dgm:chMax val="1"/>
          <dgm:chPref val="1"/>
        </dgm:presLayoutVars>
      </dgm:prSet>
      <dgm:spPr/>
    </dgm:pt>
    <dgm:pt modelId="{39E14F4E-6707-40C5-8F64-0AD0E153A527}" type="pres">
      <dgm:prSet presAssocID="{57F6DA9C-823E-47D7-B46A-D833A601EBAA}" presName="sibTrans" presStyleCnt="0"/>
      <dgm:spPr/>
    </dgm:pt>
    <dgm:pt modelId="{BC1A2295-E501-4C85-968A-35453842E03A}" type="pres">
      <dgm:prSet presAssocID="{041DEDF5-E045-47FE-A030-4576171622B7}" presName="compNode" presStyleCnt="0"/>
      <dgm:spPr/>
    </dgm:pt>
    <dgm:pt modelId="{F9F9A0DC-74A4-400F-86C7-307316691ADC}" type="pres">
      <dgm:prSet presAssocID="{041DEDF5-E045-47FE-A030-4576171622B7}" presName="iconBgRect" presStyleLbl="bgShp" presStyleIdx="5" presStyleCnt="6"/>
      <dgm:spPr/>
    </dgm:pt>
    <dgm:pt modelId="{9DB67084-B623-4A91-962F-B32B9C582D69}" type="pres">
      <dgm:prSet presAssocID="{041DEDF5-E045-47FE-A030-4576171622B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ja registradora"/>
        </a:ext>
      </dgm:extLst>
    </dgm:pt>
    <dgm:pt modelId="{81A71B72-799D-498D-8424-0A4C4DD3A9EC}" type="pres">
      <dgm:prSet presAssocID="{041DEDF5-E045-47FE-A030-4576171622B7}" presName="spaceRect" presStyleCnt="0"/>
      <dgm:spPr/>
    </dgm:pt>
    <dgm:pt modelId="{524EF12A-20BA-4C45-921D-D33C7F5033EF}" type="pres">
      <dgm:prSet presAssocID="{041DEDF5-E045-47FE-A030-4576171622B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383BF3C-D038-4798-9616-84A105BD0D4E}" type="presOf" srcId="{CCBB3AEB-B1DC-4931-9279-3F5F41413225}" destId="{2FEBBFCF-B9E4-4153-8599-5CFC722FEEA2}" srcOrd="0" destOrd="0" presId="urn:microsoft.com/office/officeart/2018/5/layout/IconCircleLabelList"/>
    <dgm:cxn modelId="{0E5ECB60-3312-48FF-B6C1-A4CF5C5950FC}" srcId="{A3E32A3E-EAAD-4524-BA1A-E7C53718FADB}" destId="{041DEDF5-E045-47FE-A030-4576171622B7}" srcOrd="5" destOrd="0" parTransId="{8613D169-A892-4434-888E-239306C89D82}" sibTransId="{B8228276-7FAE-401B-887B-E8146D3629E2}"/>
    <dgm:cxn modelId="{17FF9D48-41B2-46EC-8207-4458A7673127}" srcId="{A3E32A3E-EAAD-4524-BA1A-E7C53718FADB}" destId="{A6A6DD1C-CFAB-4DAB-B9C8-90907B286536}" srcOrd="3" destOrd="0" parTransId="{B7AFC122-75D6-4816-BA76-DBF959B56844}" sibTransId="{7FA94295-8991-4703-B8A7-749000F90FD4}"/>
    <dgm:cxn modelId="{E7B9CB4E-27B6-43AB-A7C4-57F14E5CC455}" type="presOf" srcId="{A3E32A3E-EAAD-4524-BA1A-E7C53718FADB}" destId="{4133AB81-B892-435B-8713-B18E06693463}" srcOrd="0" destOrd="0" presId="urn:microsoft.com/office/officeart/2018/5/layout/IconCircleLabelList"/>
    <dgm:cxn modelId="{572AC989-462A-48DF-99BF-B8B583260A41}" type="presOf" srcId="{041DEDF5-E045-47FE-A030-4576171622B7}" destId="{524EF12A-20BA-4C45-921D-D33C7F5033EF}" srcOrd="0" destOrd="0" presId="urn:microsoft.com/office/officeart/2018/5/layout/IconCircleLabelList"/>
    <dgm:cxn modelId="{A2C972A1-136A-4FE6-818D-83E709824168}" type="presOf" srcId="{A6A6DD1C-CFAB-4DAB-B9C8-90907B286536}" destId="{C70DC8E4-9EC2-4813-ACAE-F2B53DBF0609}" srcOrd="0" destOrd="0" presId="urn:microsoft.com/office/officeart/2018/5/layout/IconCircleLabelList"/>
    <dgm:cxn modelId="{1E8D81A4-1199-4702-AAC2-7C9DAD3D76BB}" srcId="{A3E32A3E-EAAD-4524-BA1A-E7C53718FADB}" destId="{E1657283-A3B7-4397-9F23-FCD5E52CE5A9}" srcOrd="4" destOrd="0" parTransId="{99AA7EB4-DF64-41F8-88DC-FC2739CE166F}" sibTransId="{57F6DA9C-823E-47D7-B46A-D833A601EBAA}"/>
    <dgm:cxn modelId="{154563A9-AEC8-4FE3-A435-F97F41B551B2}" type="presOf" srcId="{C1041856-7FBC-44B4-941B-DDCAD0AEFEB9}" destId="{8F48D6D6-6A84-4C82-B54B-AECE5DD5B883}" srcOrd="0" destOrd="0" presId="urn:microsoft.com/office/officeart/2018/5/layout/IconCircleLabelList"/>
    <dgm:cxn modelId="{2BB7E9BB-19F4-49D9-9050-3A0E058F0202}" type="presOf" srcId="{E1657283-A3B7-4397-9F23-FCD5E52CE5A9}" destId="{4FBC892B-F87B-4B9B-B5F0-AAFBD6BDF0F0}" srcOrd="0" destOrd="0" presId="urn:microsoft.com/office/officeart/2018/5/layout/IconCircleLabelList"/>
    <dgm:cxn modelId="{76EA5EBC-393D-4D2F-922B-1F1714F9CEE8}" type="presOf" srcId="{46909D3F-0201-4D98-B051-F09161F17177}" destId="{9DB7293B-E08A-4261-BA83-9819CC95BD85}" srcOrd="0" destOrd="0" presId="urn:microsoft.com/office/officeart/2018/5/layout/IconCircleLabelList"/>
    <dgm:cxn modelId="{1AA205D7-5B0D-4A11-ACB8-CEB1AF6F65EB}" srcId="{A3E32A3E-EAAD-4524-BA1A-E7C53718FADB}" destId="{CCBB3AEB-B1DC-4931-9279-3F5F41413225}" srcOrd="2" destOrd="0" parTransId="{2789E9DC-B94C-4F8F-BACB-124739C9C015}" sibTransId="{AC700F42-2D5B-477C-B200-681865C2AB51}"/>
    <dgm:cxn modelId="{F07EB1E6-A7FA-4344-9BAA-332742AD5369}" srcId="{A3E32A3E-EAAD-4524-BA1A-E7C53718FADB}" destId="{46909D3F-0201-4D98-B051-F09161F17177}" srcOrd="1" destOrd="0" parTransId="{03D7978C-E253-4643-9880-288DBC548D7A}" sibTransId="{061B8B86-1D09-4F14-8488-6BC9C9E3FF38}"/>
    <dgm:cxn modelId="{67AB74EC-5FEF-4D10-A995-E4C6DFCBC9A1}" srcId="{A3E32A3E-EAAD-4524-BA1A-E7C53718FADB}" destId="{C1041856-7FBC-44B4-941B-DDCAD0AEFEB9}" srcOrd="0" destOrd="0" parTransId="{534604A6-DD90-49F3-B5CB-9A54B71F7B6F}" sibTransId="{561C6D62-29CC-4EAF-956C-5164104771C7}"/>
    <dgm:cxn modelId="{ED30B663-C755-4EFE-8870-30A60A3B50F1}" type="presParOf" srcId="{4133AB81-B892-435B-8713-B18E06693463}" destId="{58DEF7D1-D0F6-45A2-9846-F7442CFE4761}" srcOrd="0" destOrd="0" presId="urn:microsoft.com/office/officeart/2018/5/layout/IconCircleLabelList"/>
    <dgm:cxn modelId="{EC2F7ABB-021B-43BD-A701-8ECA63A5881C}" type="presParOf" srcId="{58DEF7D1-D0F6-45A2-9846-F7442CFE4761}" destId="{24319ED9-9C2A-4EF1-8DDF-5498FDB1AB69}" srcOrd="0" destOrd="0" presId="urn:microsoft.com/office/officeart/2018/5/layout/IconCircleLabelList"/>
    <dgm:cxn modelId="{545F8CAF-5EED-4089-AE91-F930D1AA6B19}" type="presParOf" srcId="{58DEF7D1-D0F6-45A2-9846-F7442CFE4761}" destId="{76BECA2C-5AA8-476D-9BF4-CBF697591E9E}" srcOrd="1" destOrd="0" presId="urn:microsoft.com/office/officeart/2018/5/layout/IconCircleLabelList"/>
    <dgm:cxn modelId="{03B2E661-9DDF-4C0B-BC08-C6C3F0847C0A}" type="presParOf" srcId="{58DEF7D1-D0F6-45A2-9846-F7442CFE4761}" destId="{3D908D7D-431B-42CD-A90F-3F600D72A616}" srcOrd="2" destOrd="0" presId="urn:microsoft.com/office/officeart/2018/5/layout/IconCircleLabelList"/>
    <dgm:cxn modelId="{78D457D7-F670-4F00-BA9E-62B0EB251E9B}" type="presParOf" srcId="{58DEF7D1-D0F6-45A2-9846-F7442CFE4761}" destId="{8F48D6D6-6A84-4C82-B54B-AECE5DD5B883}" srcOrd="3" destOrd="0" presId="urn:microsoft.com/office/officeart/2018/5/layout/IconCircleLabelList"/>
    <dgm:cxn modelId="{D60239C1-FFD2-4A04-8DD4-53E2C78217E1}" type="presParOf" srcId="{4133AB81-B892-435B-8713-B18E06693463}" destId="{B1D8B57C-44AC-41DD-B1A3-F5284472421C}" srcOrd="1" destOrd="0" presId="urn:microsoft.com/office/officeart/2018/5/layout/IconCircleLabelList"/>
    <dgm:cxn modelId="{B630027C-A367-47FE-8528-18B3640E6E16}" type="presParOf" srcId="{4133AB81-B892-435B-8713-B18E06693463}" destId="{5D687A07-9D39-47BD-BEFB-94766246B73F}" srcOrd="2" destOrd="0" presId="urn:microsoft.com/office/officeart/2018/5/layout/IconCircleLabelList"/>
    <dgm:cxn modelId="{E8C40FCE-9BF7-4E01-AF63-A0EF5842EEF9}" type="presParOf" srcId="{5D687A07-9D39-47BD-BEFB-94766246B73F}" destId="{EB9CDE10-B90A-4C76-8059-95D8005FEC50}" srcOrd="0" destOrd="0" presId="urn:microsoft.com/office/officeart/2018/5/layout/IconCircleLabelList"/>
    <dgm:cxn modelId="{FAA752A4-B299-4D86-820D-EAA5D63A846E}" type="presParOf" srcId="{5D687A07-9D39-47BD-BEFB-94766246B73F}" destId="{3A7AB39F-BBAF-43DD-921B-398A16D46198}" srcOrd="1" destOrd="0" presId="urn:microsoft.com/office/officeart/2018/5/layout/IconCircleLabelList"/>
    <dgm:cxn modelId="{5BBF5364-82DC-41E2-9F97-86D2EB0665F0}" type="presParOf" srcId="{5D687A07-9D39-47BD-BEFB-94766246B73F}" destId="{C60C3CD9-3710-455D-A3C1-B731BCF8E8A0}" srcOrd="2" destOrd="0" presId="urn:microsoft.com/office/officeart/2018/5/layout/IconCircleLabelList"/>
    <dgm:cxn modelId="{09573D22-4DD2-4F58-81CE-098C9E103305}" type="presParOf" srcId="{5D687A07-9D39-47BD-BEFB-94766246B73F}" destId="{9DB7293B-E08A-4261-BA83-9819CC95BD85}" srcOrd="3" destOrd="0" presId="urn:microsoft.com/office/officeart/2018/5/layout/IconCircleLabelList"/>
    <dgm:cxn modelId="{9304FF23-CD3B-43B3-BC94-1E2EA0999078}" type="presParOf" srcId="{4133AB81-B892-435B-8713-B18E06693463}" destId="{0D7E80B2-C453-4324-8901-8D9B4BDAC88C}" srcOrd="3" destOrd="0" presId="urn:microsoft.com/office/officeart/2018/5/layout/IconCircleLabelList"/>
    <dgm:cxn modelId="{CA862694-7B82-48F3-8360-A36A42A2EF08}" type="presParOf" srcId="{4133AB81-B892-435B-8713-B18E06693463}" destId="{ACBDF983-2F78-4154-8BF5-85F1B0DF37AE}" srcOrd="4" destOrd="0" presId="urn:microsoft.com/office/officeart/2018/5/layout/IconCircleLabelList"/>
    <dgm:cxn modelId="{DB80CA05-B030-498A-B3F5-E8DF1D82BDD5}" type="presParOf" srcId="{ACBDF983-2F78-4154-8BF5-85F1B0DF37AE}" destId="{27D47996-AC49-4B84-BCEB-1C8DC5D3F3AE}" srcOrd="0" destOrd="0" presId="urn:microsoft.com/office/officeart/2018/5/layout/IconCircleLabelList"/>
    <dgm:cxn modelId="{296A2E82-85AC-4760-B626-9C91681C8F9A}" type="presParOf" srcId="{ACBDF983-2F78-4154-8BF5-85F1B0DF37AE}" destId="{6FA3E911-1005-4D5E-9F58-A5F824C5876D}" srcOrd="1" destOrd="0" presId="urn:microsoft.com/office/officeart/2018/5/layout/IconCircleLabelList"/>
    <dgm:cxn modelId="{7413ED1B-688B-4FB5-9047-7BB33BC1F3D8}" type="presParOf" srcId="{ACBDF983-2F78-4154-8BF5-85F1B0DF37AE}" destId="{1D7F482C-A269-4FA6-99E7-C85295421906}" srcOrd="2" destOrd="0" presId="urn:microsoft.com/office/officeart/2018/5/layout/IconCircleLabelList"/>
    <dgm:cxn modelId="{022B74A2-4654-4043-9405-48F219E09C73}" type="presParOf" srcId="{ACBDF983-2F78-4154-8BF5-85F1B0DF37AE}" destId="{2FEBBFCF-B9E4-4153-8599-5CFC722FEEA2}" srcOrd="3" destOrd="0" presId="urn:microsoft.com/office/officeart/2018/5/layout/IconCircleLabelList"/>
    <dgm:cxn modelId="{4EE02D10-D513-4AF0-9BE6-85110C5621B1}" type="presParOf" srcId="{4133AB81-B892-435B-8713-B18E06693463}" destId="{2CA040F5-D2A1-4227-AE60-854F156F30D4}" srcOrd="5" destOrd="0" presId="urn:microsoft.com/office/officeart/2018/5/layout/IconCircleLabelList"/>
    <dgm:cxn modelId="{17EC5C9C-A1F3-4E59-9FDA-E74E9CEA8AFB}" type="presParOf" srcId="{4133AB81-B892-435B-8713-B18E06693463}" destId="{58E647AE-6C1C-412C-8E14-DAF0C374C827}" srcOrd="6" destOrd="0" presId="urn:microsoft.com/office/officeart/2018/5/layout/IconCircleLabelList"/>
    <dgm:cxn modelId="{F7EC1C64-E183-40BA-A658-8FCBA6F621F4}" type="presParOf" srcId="{58E647AE-6C1C-412C-8E14-DAF0C374C827}" destId="{4ABCA94B-9AB2-4808-9CED-4A1AAD50FA39}" srcOrd="0" destOrd="0" presId="urn:microsoft.com/office/officeart/2018/5/layout/IconCircleLabelList"/>
    <dgm:cxn modelId="{E97EA4F3-1180-4C98-81C1-2699F678550B}" type="presParOf" srcId="{58E647AE-6C1C-412C-8E14-DAF0C374C827}" destId="{7CC2B0E7-FCD9-4DBC-9DF4-4862CE959457}" srcOrd="1" destOrd="0" presId="urn:microsoft.com/office/officeart/2018/5/layout/IconCircleLabelList"/>
    <dgm:cxn modelId="{DF142578-DB78-4021-A67D-83EB053AA87B}" type="presParOf" srcId="{58E647AE-6C1C-412C-8E14-DAF0C374C827}" destId="{87895DC6-7BFD-4021-8E1F-10916AA67F3D}" srcOrd="2" destOrd="0" presId="urn:microsoft.com/office/officeart/2018/5/layout/IconCircleLabelList"/>
    <dgm:cxn modelId="{F7BCF523-24F9-47DC-8B4F-C8896E70F20A}" type="presParOf" srcId="{58E647AE-6C1C-412C-8E14-DAF0C374C827}" destId="{C70DC8E4-9EC2-4813-ACAE-F2B53DBF0609}" srcOrd="3" destOrd="0" presId="urn:microsoft.com/office/officeart/2018/5/layout/IconCircleLabelList"/>
    <dgm:cxn modelId="{031B3DED-28B7-4A36-9EA1-7BD2ACCE483C}" type="presParOf" srcId="{4133AB81-B892-435B-8713-B18E06693463}" destId="{24FC9AB4-2F97-4D6D-AA90-11B9499FABB9}" srcOrd="7" destOrd="0" presId="urn:microsoft.com/office/officeart/2018/5/layout/IconCircleLabelList"/>
    <dgm:cxn modelId="{5AA28AD9-AB5C-48C9-940C-70213F7D3F3A}" type="presParOf" srcId="{4133AB81-B892-435B-8713-B18E06693463}" destId="{B8BCDCC8-CF9B-412D-A2E7-FE4E9DD6ADF5}" srcOrd="8" destOrd="0" presId="urn:microsoft.com/office/officeart/2018/5/layout/IconCircleLabelList"/>
    <dgm:cxn modelId="{84DAE1DB-C6BC-48C7-B91E-6C120FF76CC6}" type="presParOf" srcId="{B8BCDCC8-CF9B-412D-A2E7-FE4E9DD6ADF5}" destId="{42599411-F0DB-43F3-BB55-203EDD2966C8}" srcOrd="0" destOrd="0" presId="urn:microsoft.com/office/officeart/2018/5/layout/IconCircleLabelList"/>
    <dgm:cxn modelId="{DC28D0B4-E8E4-4B20-8E30-3980AC384FC2}" type="presParOf" srcId="{B8BCDCC8-CF9B-412D-A2E7-FE4E9DD6ADF5}" destId="{56F907B6-7506-45FE-A2E0-39CB4EC761D5}" srcOrd="1" destOrd="0" presId="urn:microsoft.com/office/officeart/2018/5/layout/IconCircleLabelList"/>
    <dgm:cxn modelId="{B1DC5B22-10A4-4CB4-85F6-41117FD23E27}" type="presParOf" srcId="{B8BCDCC8-CF9B-412D-A2E7-FE4E9DD6ADF5}" destId="{EBC973A3-BC00-472B-B615-009F399E4850}" srcOrd="2" destOrd="0" presId="urn:microsoft.com/office/officeart/2018/5/layout/IconCircleLabelList"/>
    <dgm:cxn modelId="{521CADDA-60CE-41BE-BDE0-62FC4BE09667}" type="presParOf" srcId="{B8BCDCC8-CF9B-412D-A2E7-FE4E9DD6ADF5}" destId="{4FBC892B-F87B-4B9B-B5F0-AAFBD6BDF0F0}" srcOrd="3" destOrd="0" presId="urn:microsoft.com/office/officeart/2018/5/layout/IconCircleLabelList"/>
    <dgm:cxn modelId="{AF1D9DB9-D42D-4449-953D-DF2804F45B38}" type="presParOf" srcId="{4133AB81-B892-435B-8713-B18E06693463}" destId="{39E14F4E-6707-40C5-8F64-0AD0E153A527}" srcOrd="9" destOrd="0" presId="urn:microsoft.com/office/officeart/2018/5/layout/IconCircleLabelList"/>
    <dgm:cxn modelId="{430AAF89-3EFF-4A72-A38B-9D18776CC287}" type="presParOf" srcId="{4133AB81-B892-435B-8713-B18E06693463}" destId="{BC1A2295-E501-4C85-968A-35453842E03A}" srcOrd="10" destOrd="0" presId="urn:microsoft.com/office/officeart/2018/5/layout/IconCircleLabelList"/>
    <dgm:cxn modelId="{39671478-FB7E-43E0-96ED-C61C393B3446}" type="presParOf" srcId="{BC1A2295-E501-4C85-968A-35453842E03A}" destId="{F9F9A0DC-74A4-400F-86C7-307316691ADC}" srcOrd="0" destOrd="0" presId="urn:microsoft.com/office/officeart/2018/5/layout/IconCircleLabelList"/>
    <dgm:cxn modelId="{0AB774DB-DDD1-4210-BAE7-0A0399F55EA2}" type="presParOf" srcId="{BC1A2295-E501-4C85-968A-35453842E03A}" destId="{9DB67084-B623-4A91-962F-B32B9C582D69}" srcOrd="1" destOrd="0" presId="urn:microsoft.com/office/officeart/2018/5/layout/IconCircleLabelList"/>
    <dgm:cxn modelId="{61EFDD59-97D7-46C9-B957-140097826B36}" type="presParOf" srcId="{BC1A2295-E501-4C85-968A-35453842E03A}" destId="{81A71B72-799D-498D-8424-0A4C4DD3A9EC}" srcOrd="2" destOrd="0" presId="urn:microsoft.com/office/officeart/2018/5/layout/IconCircleLabelList"/>
    <dgm:cxn modelId="{5CE8EA1E-CDAD-4A77-B236-F2F60585C55E}" type="presParOf" srcId="{BC1A2295-E501-4C85-968A-35453842E03A}" destId="{524EF12A-20BA-4C45-921D-D33C7F5033E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F969F3-1734-44F8-931E-C6448A381053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A14E578-30FC-4918-B935-9123EAEE199C}">
      <dgm:prSet/>
      <dgm:spPr/>
      <dgm:t>
        <a:bodyPr/>
        <a:lstStyle/>
        <a:p>
          <a:r>
            <a:rPr lang="es-MX" b="1"/>
            <a:t>Total: 20-24 semanas</a:t>
          </a:r>
          <a:endParaRPr lang="en-US"/>
        </a:p>
      </dgm:t>
    </dgm:pt>
    <dgm:pt modelId="{49995541-36E3-4300-966B-89CEC119E880}" type="parTrans" cxnId="{8AA76EE8-21D9-4FC7-9CA0-5748FEC33BE4}">
      <dgm:prSet/>
      <dgm:spPr/>
      <dgm:t>
        <a:bodyPr/>
        <a:lstStyle/>
        <a:p>
          <a:endParaRPr lang="en-US"/>
        </a:p>
      </dgm:t>
    </dgm:pt>
    <dgm:pt modelId="{391100A4-0978-4A5C-A938-A27EE6CDA147}" type="sibTrans" cxnId="{8AA76EE8-21D9-4FC7-9CA0-5748FEC33BE4}">
      <dgm:prSet/>
      <dgm:spPr/>
      <dgm:t>
        <a:bodyPr/>
        <a:lstStyle/>
        <a:p>
          <a:endParaRPr lang="en-US"/>
        </a:p>
      </dgm:t>
    </dgm:pt>
    <dgm:pt modelId="{EFDAFF2E-109F-4953-89B7-E38F225E18A8}">
      <dgm:prSet/>
      <dgm:spPr/>
      <dgm:t>
        <a:bodyPr/>
        <a:lstStyle/>
        <a:p>
          <a:r>
            <a:rPr lang="es-MX"/>
            <a:t>Semanas 1-3: Etapa 1 (Diseño)</a:t>
          </a:r>
          <a:endParaRPr lang="en-US"/>
        </a:p>
      </dgm:t>
    </dgm:pt>
    <dgm:pt modelId="{1A3999EB-5AF5-4B79-8683-71540EFD2254}" type="parTrans" cxnId="{64EA311D-388D-401A-AC1D-9B9CA6CFEFDB}">
      <dgm:prSet/>
      <dgm:spPr/>
      <dgm:t>
        <a:bodyPr/>
        <a:lstStyle/>
        <a:p>
          <a:endParaRPr lang="en-US"/>
        </a:p>
      </dgm:t>
    </dgm:pt>
    <dgm:pt modelId="{C1355B79-E9C4-44C4-990F-417BA5CEB9E7}" type="sibTrans" cxnId="{64EA311D-388D-401A-AC1D-9B9CA6CFEFDB}">
      <dgm:prSet/>
      <dgm:spPr/>
      <dgm:t>
        <a:bodyPr/>
        <a:lstStyle/>
        <a:p>
          <a:endParaRPr lang="en-US"/>
        </a:p>
      </dgm:t>
    </dgm:pt>
    <dgm:pt modelId="{FFA9A97E-262E-450F-909B-B54C83725BAD}">
      <dgm:prSet/>
      <dgm:spPr/>
      <dgm:t>
        <a:bodyPr/>
        <a:lstStyle/>
        <a:p>
          <a:r>
            <a:rPr lang="es-MX"/>
            <a:t>Semanas 4-7: Etapa 2 (Landing)</a:t>
          </a:r>
          <a:endParaRPr lang="en-US"/>
        </a:p>
      </dgm:t>
    </dgm:pt>
    <dgm:pt modelId="{2455E725-C9FA-46C0-A9FF-FEB47BB8D00A}" type="parTrans" cxnId="{5C6B3135-7936-40F7-90C2-7BFF640359B2}">
      <dgm:prSet/>
      <dgm:spPr/>
      <dgm:t>
        <a:bodyPr/>
        <a:lstStyle/>
        <a:p>
          <a:endParaRPr lang="en-US"/>
        </a:p>
      </dgm:t>
    </dgm:pt>
    <dgm:pt modelId="{133DF553-2A20-4CF9-8978-88F62CFEA585}" type="sibTrans" cxnId="{5C6B3135-7936-40F7-90C2-7BFF640359B2}">
      <dgm:prSet/>
      <dgm:spPr/>
      <dgm:t>
        <a:bodyPr/>
        <a:lstStyle/>
        <a:p>
          <a:endParaRPr lang="en-US"/>
        </a:p>
      </dgm:t>
    </dgm:pt>
    <dgm:pt modelId="{23DCCC27-E992-4869-ABF4-63B3682E61B6}">
      <dgm:prSet/>
      <dgm:spPr/>
      <dgm:t>
        <a:bodyPr/>
        <a:lstStyle/>
        <a:p>
          <a:r>
            <a:rPr lang="es-MX"/>
            <a:t>Semanas 8-12: Etapa 3 (Tienda)</a:t>
          </a:r>
          <a:endParaRPr lang="en-US"/>
        </a:p>
      </dgm:t>
    </dgm:pt>
    <dgm:pt modelId="{DF33885A-7FD4-428D-9E2A-3D2C518B69CE}" type="parTrans" cxnId="{AD224EF8-CB52-4817-81E9-04A0A2A340BF}">
      <dgm:prSet/>
      <dgm:spPr/>
      <dgm:t>
        <a:bodyPr/>
        <a:lstStyle/>
        <a:p>
          <a:endParaRPr lang="en-US"/>
        </a:p>
      </dgm:t>
    </dgm:pt>
    <dgm:pt modelId="{7DEE948F-210F-4F94-ADEC-EF53B170F23A}" type="sibTrans" cxnId="{AD224EF8-CB52-4817-81E9-04A0A2A340BF}">
      <dgm:prSet/>
      <dgm:spPr/>
      <dgm:t>
        <a:bodyPr/>
        <a:lstStyle/>
        <a:p>
          <a:endParaRPr lang="en-US"/>
        </a:p>
      </dgm:t>
    </dgm:pt>
    <dgm:pt modelId="{3B507A59-64AE-493A-81C6-535357E68467}">
      <dgm:prSet/>
      <dgm:spPr/>
      <dgm:t>
        <a:bodyPr/>
        <a:lstStyle/>
        <a:p>
          <a:r>
            <a:rPr lang="es-MX"/>
            <a:t>Semanas 13-20: Etapa 4 (ERP)</a:t>
          </a:r>
          <a:endParaRPr lang="en-US"/>
        </a:p>
      </dgm:t>
    </dgm:pt>
    <dgm:pt modelId="{3135A17A-EC1E-4C71-889B-12256EB07A2F}" type="parTrans" cxnId="{054D6152-F7ED-45EC-9418-250184BBF731}">
      <dgm:prSet/>
      <dgm:spPr/>
      <dgm:t>
        <a:bodyPr/>
        <a:lstStyle/>
        <a:p>
          <a:endParaRPr lang="en-US"/>
        </a:p>
      </dgm:t>
    </dgm:pt>
    <dgm:pt modelId="{3E4A2870-857B-4595-A91D-2A54BF8AF6CF}" type="sibTrans" cxnId="{054D6152-F7ED-45EC-9418-250184BBF731}">
      <dgm:prSet/>
      <dgm:spPr/>
      <dgm:t>
        <a:bodyPr/>
        <a:lstStyle/>
        <a:p>
          <a:endParaRPr lang="en-US"/>
        </a:p>
      </dgm:t>
    </dgm:pt>
    <dgm:pt modelId="{C4E3C6F8-9CA9-4AB9-A821-CBF0D97625F4}">
      <dgm:prSet/>
      <dgm:spPr/>
      <dgm:t>
        <a:bodyPr/>
        <a:lstStyle/>
        <a:p>
          <a:r>
            <a:rPr lang="es-MX"/>
            <a:t>Semanas 21-24: Etapa 5 (Integración)</a:t>
          </a:r>
          <a:endParaRPr lang="en-US"/>
        </a:p>
      </dgm:t>
    </dgm:pt>
    <dgm:pt modelId="{AD71EC2D-9408-4088-A959-71BDD55921A7}" type="parTrans" cxnId="{487BD9D1-CCFF-464E-A9CC-A63CC63C0AC9}">
      <dgm:prSet/>
      <dgm:spPr/>
      <dgm:t>
        <a:bodyPr/>
        <a:lstStyle/>
        <a:p>
          <a:endParaRPr lang="en-US"/>
        </a:p>
      </dgm:t>
    </dgm:pt>
    <dgm:pt modelId="{D0ED1F25-A313-47FC-B9EF-7FCCC1DCE1B3}" type="sibTrans" cxnId="{487BD9D1-CCFF-464E-A9CC-A63CC63C0AC9}">
      <dgm:prSet/>
      <dgm:spPr/>
      <dgm:t>
        <a:bodyPr/>
        <a:lstStyle/>
        <a:p>
          <a:endParaRPr lang="en-US"/>
        </a:p>
      </dgm:t>
    </dgm:pt>
    <dgm:pt modelId="{DD370F0F-5069-4321-86E1-5872A325485A}" type="pres">
      <dgm:prSet presAssocID="{97F969F3-1734-44F8-931E-C6448A381053}" presName="Name0" presStyleCnt="0">
        <dgm:presLayoutVars>
          <dgm:dir/>
          <dgm:resizeHandles val="exact"/>
        </dgm:presLayoutVars>
      </dgm:prSet>
      <dgm:spPr/>
    </dgm:pt>
    <dgm:pt modelId="{7AD5A334-E97F-4E53-B412-2066C7EF18E3}" type="pres">
      <dgm:prSet presAssocID="{1A14E578-30FC-4918-B935-9123EAEE199C}" presName="node" presStyleLbl="node1" presStyleIdx="0" presStyleCnt="1">
        <dgm:presLayoutVars>
          <dgm:bulletEnabled val="1"/>
        </dgm:presLayoutVars>
      </dgm:prSet>
      <dgm:spPr/>
    </dgm:pt>
  </dgm:ptLst>
  <dgm:cxnLst>
    <dgm:cxn modelId="{168D8814-92BA-4732-8AED-BA7C9690053B}" type="presOf" srcId="{97F969F3-1734-44F8-931E-C6448A381053}" destId="{DD370F0F-5069-4321-86E1-5872A325485A}" srcOrd="0" destOrd="0" presId="urn:microsoft.com/office/officeart/2016/7/layout/RepeatingBendingProcessNew"/>
    <dgm:cxn modelId="{64EA311D-388D-401A-AC1D-9B9CA6CFEFDB}" srcId="{1A14E578-30FC-4918-B935-9123EAEE199C}" destId="{EFDAFF2E-109F-4953-89B7-E38F225E18A8}" srcOrd="0" destOrd="0" parTransId="{1A3999EB-5AF5-4B79-8683-71540EFD2254}" sibTransId="{C1355B79-E9C4-44C4-990F-417BA5CEB9E7}"/>
    <dgm:cxn modelId="{E09D522C-36C2-49CE-9583-22822E346998}" type="presOf" srcId="{FFA9A97E-262E-450F-909B-B54C83725BAD}" destId="{7AD5A334-E97F-4E53-B412-2066C7EF18E3}" srcOrd="0" destOrd="2" presId="urn:microsoft.com/office/officeart/2016/7/layout/RepeatingBendingProcessNew"/>
    <dgm:cxn modelId="{9FF0942E-2741-486A-A734-8575B5D434B2}" type="presOf" srcId="{3B507A59-64AE-493A-81C6-535357E68467}" destId="{7AD5A334-E97F-4E53-B412-2066C7EF18E3}" srcOrd="0" destOrd="4" presId="urn:microsoft.com/office/officeart/2016/7/layout/RepeatingBendingProcessNew"/>
    <dgm:cxn modelId="{5C6B3135-7936-40F7-90C2-7BFF640359B2}" srcId="{1A14E578-30FC-4918-B935-9123EAEE199C}" destId="{FFA9A97E-262E-450F-909B-B54C83725BAD}" srcOrd="1" destOrd="0" parTransId="{2455E725-C9FA-46C0-A9FF-FEB47BB8D00A}" sibTransId="{133DF553-2A20-4CF9-8978-88F62CFEA585}"/>
    <dgm:cxn modelId="{BBDFF33D-2708-45EE-97CE-3CBCBA08FD94}" type="presOf" srcId="{C4E3C6F8-9CA9-4AB9-A821-CBF0D97625F4}" destId="{7AD5A334-E97F-4E53-B412-2066C7EF18E3}" srcOrd="0" destOrd="5" presId="urn:microsoft.com/office/officeart/2016/7/layout/RepeatingBendingProcessNew"/>
    <dgm:cxn modelId="{A2EB216B-16D4-48F6-9C80-405C5559D417}" type="presOf" srcId="{23DCCC27-E992-4869-ABF4-63B3682E61B6}" destId="{7AD5A334-E97F-4E53-B412-2066C7EF18E3}" srcOrd="0" destOrd="3" presId="urn:microsoft.com/office/officeart/2016/7/layout/RepeatingBendingProcessNew"/>
    <dgm:cxn modelId="{054D6152-F7ED-45EC-9418-250184BBF731}" srcId="{1A14E578-30FC-4918-B935-9123EAEE199C}" destId="{3B507A59-64AE-493A-81C6-535357E68467}" srcOrd="3" destOrd="0" parTransId="{3135A17A-EC1E-4C71-889B-12256EB07A2F}" sibTransId="{3E4A2870-857B-4595-A91D-2A54BF8AF6CF}"/>
    <dgm:cxn modelId="{229E429F-5AAE-411C-827C-2C93B10BE5AB}" type="presOf" srcId="{EFDAFF2E-109F-4953-89B7-E38F225E18A8}" destId="{7AD5A334-E97F-4E53-B412-2066C7EF18E3}" srcOrd="0" destOrd="1" presId="urn:microsoft.com/office/officeart/2016/7/layout/RepeatingBendingProcessNew"/>
    <dgm:cxn modelId="{1F2CAAB7-F85A-4816-B541-1D00E2F0EACA}" type="presOf" srcId="{1A14E578-30FC-4918-B935-9123EAEE199C}" destId="{7AD5A334-E97F-4E53-B412-2066C7EF18E3}" srcOrd="0" destOrd="0" presId="urn:microsoft.com/office/officeart/2016/7/layout/RepeatingBendingProcessNew"/>
    <dgm:cxn modelId="{487BD9D1-CCFF-464E-A9CC-A63CC63C0AC9}" srcId="{1A14E578-30FC-4918-B935-9123EAEE199C}" destId="{C4E3C6F8-9CA9-4AB9-A821-CBF0D97625F4}" srcOrd="4" destOrd="0" parTransId="{AD71EC2D-9408-4088-A959-71BDD55921A7}" sibTransId="{D0ED1F25-A313-47FC-B9EF-7FCCC1DCE1B3}"/>
    <dgm:cxn modelId="{8AA76EE8-21D9-4FC7-9CA0-5748FEC33BE4}" srcId="{97F969F3-1734-44F8-931E-C6448A381053}" destId="{1A14E578-30FC-4918-B935-9123EAEE199C}" srcOrd="0" destOrd="0" parTransId="{49995541-36E3-4300-966B-89CEC119E880}" sibTransId="{391100A4-0978-4A5C-A938-A27EE6CDA147}"/>
    <dgm:cxn modelId="{AD224EF8-CB52-4817-81E9-04A0A2A340BF}" srcId="{1A14E578-30FC-4918-B935-9123EAEE199C}" destId="{23DCCC27-E992-4869-ABF4-63B3682E61B6}" srcOrd="2" destOrd="0" parTransId="{DF33885A-7FD4-428D-9E2A-3D2C518B69CE}" sibTransId="{7DEE948F-210F-4F94-ADEC-EF53B170F23A}"/>
    <dgm:cxn modelId="{20650D26-782C-4368-B8C4-C27C01087739}" type="presParOf" srcId="{DD370F0F-5069-4321-86E1-5872A325485A}" destId="{7AD5A334-E97F-4E53-B412-2066C7EF18E3}" srcOrd="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940213-BA53-4DB5-B93D-0ECE9CA6A1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58B18B-95BA-4BBC-9BA5-833977E2BE06}">
      <dgm:prSet/>
      <dgm:spPr/>
      <dgm:t>
        <a:bodyPr/>
        <a:lstStyle/>
        <a:p>
          <a:r>
            <a:rPr lang="es-MX"/>
            <a:t>Órdenes de compra (materias primas)</a:t>
          </a:r>
          <a:endParaRPr lang="en-US"/>
        </a:p>
      </dgm:t>
    </dgm:pt>
    <dgm:pt modelId="{74A78D72-A7AA-415A-BC71-3D6044658FC4}" type="parTrans" cxnId="{F8D948A3-A495-42C4-A3FB-4A5F9862F458}">
      <dgm:prSet/>
      <dgm:spPr/>
      <dgm:t>
        <a:bodyPr/>
        <a:lstStyle/>
        <a:p>
          <a:endParaRPr lang="en-US"/>
        </a:p>
      </dgm:t>
    </dgm:pt>
    <dgm:pt modelId="{8422718C-79D9-4492-A1D1-3F6BBB1402F7}" type="sibTrans" cxnId="{F8D948A3-A495-42C4-A3FB-4A5F9862F458}">
      <dgm:prSet/>
      <dgm:spPr/>
      <dgm:t>
        <a:bodyPr/>
        <a:lstStyle/>
        <a:p>
          <a:endParaRPr lang="en-US"/>
        </a:p>
      </dgm:t>
    </dgm:pt>
    <dgm:pt modelId="{87C52E88-0FEB-4952-BB3E-E658B109DA99}">
      <dgm:prSet/>
      <dgm:spPr/>
      <dgm:t>
        <a:bodyPr/>
        <a:lstStyle/>
        <a:p>
          <a:r>
            <a:rPr lang="es-MX"/>
            <a:t>Órdenes de venta</a:t>
          </a:r>
          <a:endParaRPr lang="en-US"/>
        </a:p>
      </dgm:t>
    </dgm:pt>
    <dgm:pt modelId="{238DAF48-49AD-4E57-B8FB-487B89A784F4}" type="parTrans" cxnId="{70AA90E2-140E-4E1B-9590-6E7BE241416C}">
      <dgm:prSet/>
      <dgm:spPr/>
      <dgm:t>
        <a:bodyPr/>
        <a:lstStyle/>
        <a:p>
          <a:endParaRPr lang="en-US"/>
        </a:p>
      </dgm:t>
    </dgm:pt>
    <dgm:pt modelId="{66B497BC-80A4-4907-B21C-AB24A56D8766}" type="sibTrans" cxnId="{70AA90E2-140E-4E1B-9590-6E7BE241416C}">
      <dgm:prSet/>
      <dgm:spPr/>
      <dgm:t>
        <a:bodyPr/>
        <a:lstStyle/>
        <a:p>
          <a:endParaRPr lang="en-US"/>
        </a:p>
      </dgm:t>
    </dgm:pt>
    <dgm:pt modelId="{A7213631-59FA-4646-8C40-3BF483D25459}">
      <dgm:prSet/>
      <dgm:spPr/>
      <dgm:t>
        <a:bodyPr/>
        <a:lstStyle/>
        <a:p>
          <a:r>
            <a:rPr lang="es-MX"/>
            <a:t>Facturación básica</a:t>
          </a:r>
          <a:endParaRPr lang="en-US"/>
        </a:p>
      </dgm:t>
    </dgm:pt>
    <dgm:pt modelId="{CA6A2693-22F2-4B56-B800-9C287BD6789E}" type="parTrans" cxnId="{D6F28E9A-2851-4DDF-9BD4-AF0B1BCA7980}">
      <dgm:prSet/>
      <dgm:spPr/>
      <dgm:t>
        <a:bodyPr/>
        <a:lstStyle/>
        <a:p>
          <a:endParaRPr lang="en-US"/>
        </a:p>
      </dgm:t>
    </dgm:pt>
    <dgm:pt modelId="{342C8B9D-EAF0-4868-BE8A-DCC7AFA4483D}" type="sibTrans" cxnId="{D6F28E9A-2851-4DDF-9BD4-AF0B1BCA7980}">
      <dgm:prSet/>
      <dgm:spPr/>
      <dgm:t>
        <a:bodyPr/>
        <a:lstStyle/>
        <a:p>
          <a:endParaRPr lang="en-US"/>
        </a:p>
      </dgm:t>
    </dgm:pt>
    <dgm:pt modelId="{C693CE2F-A12F-4372-A7B0-3964EB1B64E8}">
      <dgm:prSet/>
      <dgm:spPr/>
      <dgm:t>
        <a:bodyPr/>
        <a:lstStyle/>
        <a:p>
          <a:r>
            <a:rPr lang="es-MX"/>
            <a:t>Reportes simples (ventas, inventario)</a:t>
          </a:r>
          <a:endParaRPr lang="en-US"/>
        </a:p>
      </dgm:t>
    </dgm:pt>
    <dgm:pt modelId="{7FFD33C2-4E5B-4A6B-BAAA-7757772C4C16}" type="parTrans" cxnId="{835BE72D-B667-4CE4-A950-BF61C9F10450}">
      <dgm:prSet/>
      <dgm:spPr/>
      <dgm:t>
        <a:bodyPr/>
        <a:lstStyle/>
        <a:p>
          <a:endParaRPr lang="en-US"/>
        </a:p>
      </dgm:t>
    </dgm:pt>
    <dgm:pt modelId="{584AF6F1-96DA-4E91-B9CE-37F571F80E4C}" type="sibTrans" cxnId="{835BE72D-B667-4CE4-A950-BF61C9F10450}">
      <dgm:prSet/>
      <dgm:spPr/>
      <dgm:t>
        <a:bodyPr/>
        <a:lstStyle/>
        <a:p>
          <a:endParaRPr lang="en-US"/>
        </a:p>
      </dgm:t>
    </dgm:pt>
    <dgm:pt modelId="{1AF8108F-5141-465F-A3F2-15C8BA769DD8}" type="pres">
      <dgm:prSet presAssocID="{EA940213-BA53-4DB5-B93D-0ECE9CA6A12D}" presName="root" presStyleCnt="0">
        <dgm:presLayoutVars>
          <dgm:dir/>
          <dgm:resizeHandles val="exact"/>
        </dgm:presLayoutVars>
      </dgm:prSet>
      <dgm:spPr/>
    </dgm:pt>
    <dgm:pt modelId="{A0BEEEDA-FB53-4F45-B70B-F5EE6413C392}" type="pres">
      <dgm:prSet presAssocID="{E158B18B-95BA-4BBC-9BA5-833977E2BE06}" presName="compNode" presStyleCnt="0"/>
      <dgm:spPr/>
    </dgm:pt>
    <dgm:pt modelId="{0D54E0D1-E6ED-49CA-98FD-B974018E94A3}" type="pres">
      <dgm:prSet presAssocID="{E158B18B-95BA-4BBC-9BA5-833977E2BE06}" presName="bgRect" presStyleLbl="bgShp" presStyleIdx="0" presStyleCnt="4"/>
      <dgm:spPr/>
    </dgm:pt>
    <dgm:pt modelId="{FC0109EF-483F-4A15-BAC4-8B1352FF6F5F}" type="pres">
      <dgm:prSet presAssocID="{E158B18B-95BA-4BBC-9BA5-833977E2BE0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4B34CFAF-FCEB-4003-AB34-00D816433FC1}" type="pres">
      <dgm:prSet presAssocID="{E158B18B-95BA-4BBC-9BA5-833977E2BE06}" presName="spaceRect" presStyleCnt="0"/>
      <dgm:spPr/>
    </dgm:pt>
    <dgm:pt modelId="{FD84F38E-4324-4C64-9B23-7EE54F18345B}" type="pres">
      <dgm:prSet presAssocID="{E158B18B-95BA-4BBC-9BA5-833977E2BE06}" presName="parTx" presStyleLbl="revTx" presStyleIdx="0" presStyleCnt="4">
        <dgm:presLayoutVars>
          <dgm:chMax val="0"/>
          <dgm:chPref val="0"/>
        </dgm:presLayoutVars>
      </dgm:prSet>
      <dgm:spPr/>
    </dgm:pt>
    <dgm:pt modelId="{4F7E2C4D-3FB6-42A7-B594-35F72EEBD9F9}" type="pres">
      <dgm:prSet presAssocID="{8422718C-79D9-4492-A1D1-3F6BBB1402F7}" presName="sibTrans" presStyleCnt="0"/>
      <dgm:spPr/>
    </dgm:pt>
    <dgm:pt modelId="{8849260C-D5A3-4B0D-AE33-31896BBE6722}" type="pres">
      <dgm:prSet presAssocID="{87C52E88-0FEB-4952-BB3E-E658B109DA99}" presName="compNode" presStyleCnt="0"/>
      <dgm:spPr/>
    </dgm:pt>
    <dgm:pt modelId="{B2D69C2A-5028-4A12-8D75-6B855731D505}" type="pres">
      <dgm:prSet presAssocID="{87C52E88-0FEB-4952-BB3E-E658B109DA99}" presName="bgRect" presStyleLbl="bgShp" presStyleIdx="1" presStyleCnt="4"/>
      <dgm:spPr/>
    </dgm:pt>
    <dgm:pt modelId="{B3CDDCE0-369E-455D-BC3D-99D39C8979C5}" type="pres">
      <dgm:prSet presAssocID="{87C52E88-0FEB-4952-BB3E-E658B109DA9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631F4245-202B-4393-92D5-DB0A705DE659}" type="pres">
      <dgm:prSet presAssocID="{87C52E88-0FEB-4952-BB3E-E658B109DA99}" presName="spaceRect" presStyleCnt="0"/>
      <dgm:spPr/>
    </dgm:pt>
    <dgm:pt modelId="{8BA487E8-25A4-4665-9567-75B0A8B69595}" type="pres">
      <dgm:prSet presAssocID="{87C52E88-0FEB-4952-BB3E-E658B109DA99}" presName="parTx" presStyleLbl="revTx" presStyleIdx="1" presStyleCnt="4">
        <dgm:presLayoutVars>
          <dgm:chMax val="0"/>
          <dgm:chPref val="0"/>
        </dgm:presLayoutVars>
      </dgm:prSet>
      <dgm:spPr/>
    </dgm:pt>
    <dgm:pt modelId="{51FAC303-A43C-4DB3-903C-F9F353EE5EAA}" type="pres">
      <dgm:prSet presAssocID="{66B497BC-80A4-4907-B21C-AB24A56D8766}" presName="sibTrans" presStyleCnt="0"/>
      <dgm:spPr/>
    </dgm:pt>
    <dgm:pt modelId="{5912DD8D-8C7E-4FA9-A053-74506FDB59EA}" type="pres">
      <dgm:prSet presAssocID="{A7213631-59FA-4646-8C40-3BF483D25459}" presName="compNode" presStyleCnt="0"/>
      <dgm:spPr/>
    </dgm:pt>
    <dgm:pt modelId="{7C4173D5-6354-4555-B010-C7115426283B}" type="pres">
      <dgm:prSet presAssocID="{A7213631-59FA-4646-8C40-3BF483D25459}" presName="bgRect" presStyleLbl="bgShp" presStyleIdx="2" presStyleCnt="4"/>
      <dgm:spPr/>
    </dgm:pt>
    <dgm:pt modelId="{6E5C9FB0-9B39-4FDE-91DD-D7326AB5A119}" type="pres">
      <dgm:prSet presAssocID="{A7213631-59FA-4646-8C40-3BF483D254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3A675B26-61F6-4DA3-B618-E10458786C89}" type="pres">
      <dgm:prSet presAssocID="{A7213631-59FA-4646-8C40-3BF483D25459}" presName="spaceRect" presStyleCnt="0"/>
      <dgm:spPr/>
    </dgm:pt>
    <dgm:pt modelId="{07A1E233-8569-4AB0-978B-0BFAA98A1F67}" type="pres">
      <dgm:prSet presAssocID="{A7213631-59FA-4646-8C40-3BF483D25459}" presName="parTx" presStyleLbl="revTx" presStyleIdx="2" presStyleCnt="4">
        <dgm:presLayoutVars>
          <dgm:chMax val="0"/>
          <dgm:chPref val="0"/>
        </dgm:presLayoutVars>
      </dgm:prSet>
      <dgm:spPr/>
    </dgm:pt>
    <dgm:pt modelId="{3430D7CE-B143-45D8-89A5-286330B204BC}" type="pres">
      <dgm:prSet presAssocID="{342C8B9D-EAF0-4868-BE8A-DCC7AFA4483D}" presName="sibTrans" presStyleCnt="0"/>
      <dgm:spPr/>
    </dgm:pt>
    <dgm:pt modelId="{38F61D8D-5666-48E5-9154-EF2FBC405194}" type="pres">
      <dgm:prSet presAssocID="{C693CE2F-A12F-4372-A7B0-3964EB1B64E8}" presName="compNode" presStyleCnt="0"/>
      <dgm:spPr/>
    </dgm:pt>
    <dgm:pt modelId="{76E2B41D-5FCD-4DF8-A5A8-2566867B795F}" type="pres">
      <dgm:prSet presAssocID="{C693CE2F-A12F-4372-A7B0-3964EB1B64E8}" presName="bgRect" presStyleLbl="bgShp" presStyleIdx="3" presStyleCnt="4"/>
      <dgm:spPr/>
    </dgm:pt>
    <dgm:pt modelId="{61B5D17A-BEEA-43B5-880E-87B2131E27F4}" type="pres">
      <dgm:prSet presAssocID="{C693CE2F-A12F-4372-A7B0-3964EB1B64E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ja registradora"/>
        </a:ext>
      </dgm:extLst>
    </dgm:pt>
    <dgm:pt modelId="{F2A77FBE-7988-4383-9C5B-12747FCEEBA7}" type="pres">
      <dgm:prSet presAssocID="{C693CE2F-A12F-4372-A7B0-3964EB1B64E8}" presName="spaceRect" presStyleCnt="0"/>
      <dgm:spPr/>
    </dgm:pt>
    <dgm:pt modelId="{5F4098FC-C222-4400-AF47-2D39F5C9D79E}" type="pres">
      <dgm:prSet presAssocID="{C693CE2F-A12F-4372-A7B0-3964EB1B64E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35BE72D-B667-4CE4-A950-BF61C9F10450}" srcId="{EA940213-BA53-4DB5-B93D-0ECE9CA6A12D}" destId="{C693CE2F-A12F-4372-A7B0-3964EB1B64E8}" srcOrd="3" destOrd="0" parTransId="{7FFD33C2-4E5B-4A6B-BAAA-7757772C4C16}" sibTransId="{584AF6F1-96DA-4E91-B9CE-37F571F80E4C}"/>
    <dgm:cxn modelId="{23F3955B-D0AC-408A-9C3E-4CE5F1ACEE34}" type="presOf" srcId="{EA940213-BA53-4DB5-B93D-0ECE9CA6A12D}" destId="{1AF8108F-5141-465F-A3F2-15C8BA769DD8}" srcOrd="0" destOrd="0" presId="urn:microsoft.com/office/officeart/2018/2/layout/IconVerticalSolidList"/>
    <dgm:cxn modelId="{08A2F363-7178-412A-814A-1F93B7569237}" type="presOf" srcId="{87C52E88-0FEB-4952-BB3E-E658B109DA99}" destId="{8BA487E8-25A4-4665-9567-75B0A8B69595}" srcOrd="0" destOrd="0" presId="urn:microsoft.com/office/officeart/2018/2/layout/IconVerticalSolidList"/>
    <dgm:cxn modelId="{4095F468-57B7-493A-AFAE-A44A04EF35E4}" type="presOf" srcId="{C693CE2F-A12F-4372-A7B0-3964EB1B64E8}" destId="{5F4098FC-C222-4400-AF47-2D39F5C9D79E}" srcOrd="0" destOrd="0" presId="urn:microsoft.com/office/officeart/2018/2/layout/IconVerticalSolidList"/>
    <dgm:cxn modelId="{D6F28E9A-2851-4DDF-9BD4-AF0B1BCA7980}" srcId="{EA940213-BA53-4DB5-B93D-0ECE9CA6A12D}" destId="{A7213631-59FA-4646-8C40-3BF483D25459}" srcOrd="2" destOrd="0" parTransId="{CA6A2693-22F2-4B56-B800-9C287BD6789E}" sibTransId="{342C8B9D-EAF0-4868-BE8A-DCC7AFA4483D}"/>
    <dgm:cxn modelId="{F8D948A3-A495-42C4-A3FB-4A5F9862F458}" srcId="{EA940213-BA53-4DB5-B93D-0ECE9CA6A12D}" destId="{E158B18B-95BA-4BBC-9BA5-833977E2BE06}" srcOrd="0" destOrd="0" parTransId="{74A78D72-A7AA-415A-BC71-3D6044658FC4}" sibTransId="{8422718C-79D9-4492-A1D1-3F6BBB1402F7}"/>
    <dgm:cxn modelId="{FEB1DDB7-851C-44D2-B112-C67A78C9794D}" type="presOf" srcId="{E158B18B-95BA-4BBC-9BA5-833977E2BE06}" destId="{FD84F38E-4324-4C64-9B23-7EE54F18345B}" srcOrd="0" destOrd="0" presId="urn:microsoft.com/office/officeart/2018/2/layout/IconVerticalSolidList"/>
    <dgm:cxn modelId="{70AA90E2-140E-4E1B-9590-6E7BE241416C}" srcId="{EA940213-BA53-4DB5-B93D-0ECE9CA6A12D}" destId="{87C52E88-0FEB-4952-BB3E-E658B109DA99}" srcOrd="1" destOrd="0" parTransId="{238DAF48-49AD-4E57-B8FB-487B89A784F4}" sibTransId="{66B497BC-80A4-4907-B21C-AB24A56D8766}"/>
    <dgm:cxn modelId="{502CA6EC-6038-4503-9A9B-7753F34B3DBB}" type="presOf" srcId="{A7213631-59FA-4646-8C40-3BF483D25459}" destId="{07A1E233-8569-4AB0-978B-0BFAA98A1F67}" srcOrd="0" destOrd="0" presId="urn:microsoft.com/office/officeart/2018/2/layout/IconVerticalSolidList"/>
    <dgm:cxn modelId="{61EAA2C6-EBD3-4915-98A4-6FFD563ABBCE}" type="presParOf" srcId="{1AF8108F-5141-465F-A3F2-15C8BA769DD8}" destId="{A0BEEEDA-FB53-4F45-B70B-F5EE6413C392}" srcOrd="0" destOrd="0" presId="urn:microsoft.com/office/officeart/2018/2/layout/IconVerticalSolidList"/>
    <dgm:cxn modelId="{3729471A-2ECB-45FE-988C-493A34EE94D7}" type="presParOf" srcId="{A0BEEEDA-FB53-4F45-B70B-F5EE6413C392}" destId="{0D54E0D1-E6ED-49CA-98FD-B974018E94A3}" srcOrd="0" destOrd="0" presId="urn:microsoft.com/office/officeart/2018/2/layout/IconVerticalSolidList"/>
    <dgm:cxn modelId="{7DB66EFB-2B9A-40F9-911C-CF5C1E08B31B}" type="presParOf" srcId="{A0BEEEDA-FB53-4F45-B70B-F5EE6413C392}" destId="{FC0109EF-483F-4A15-BAC4-8B1352FF6F5F}" srcOrd="1" destOrd="0" presId="urn:microsoft.com/office/officeart/2018/2/layout/IconVerticalSolidList"/>
    <dgm:cxn modelId="{2B77EDC9-193A-4B23-9AC3-2414A7B03C04}" type="presParOf" srcId="{A0BEEEDA-FB53-4F45-B70B-F5EE6413C392}" destId="{4B34CFAF-FCEB-4003-AB34-00D816433FC1}" srcOrd="2" destOrd="0" presId="urn:microsoft.com/office/officeart/2018/2/layout/IconVerticalSolidList"/>
    <dgm:cxn modelId="{6E0E9C2A-C69A-4261-B565-4DA2AC447F15}" type="presParOf" srcId="{A0BEEEDA-FB53-4F45-B70B-F5EE6413C392}" destId="{FD84F38E-4324-4C64-9B23-7EE54F18345B}" srcOrd="3" destOrd="0" presId="urn:microsoft.com/office/officeart/2018/2/layout/IconVerticalSolidList"/>
    <dgm:cxn modelId="{E021AFC0-D29B-4161-A276-A9FF5DA93539}" type="presParOf" srcId="{1AF8108F-5141-465F-A3F2-15C8BA769DD8}" destId="{4F7E2C4D-3FB6-42A7-B594-35F72EEBD9F9}" srcOrd="1" destOrd="0" presId="urn:microsoft.com/office/officeart/2018/2/layout/IconVerticalSolidList"/>
    <dgm:cxn modelId="{07200B7D-8084-407E-9B36-E425F381203F}" type="presParOf" srcId="{1AF8108F-5141-465F-A3F2-15C8BA769DD8}" destId="{8849260C-D5A3-4B0D-AE33-31896BBE6722}" srcOrd="2" destOrd="0" presId="urn:microsoft.com/office/officeart/2018/2/layout/IconVerticalSolidList"/>
    <dgm:cxn modelId="{2826A167-FF7B-475F-950F-A870A323C1AD}" type="presParOf" srcId="{8849260C-D5A3-4B0D-AE33-31896BBE6722}" destId="{B2D69C2A-5028-4A12-8D75-6B855731D505}" srcOrd="0" destOrd="0" presId="urn:microsoft.com/office/officeart/2018/2/layout/IconVerticalSolidList"/>
    <dgm:cxn modelId="{49989CE8-CE9A-4E9A-8268-1509C1C4C9F2}" type="presParOf" srcId="{8849260C-D5A3-4B0D-AE33-31896BBE6722}" destId="{B3CDDCE0-369E-455D-BC3D-99D39C8979C5}" srcOrd="1" destOrd="0" presId="urn:microsoft.com/office/officeart/2018/2/layout/IconVerticalSolidList"/>
    <dgm:cxn modelId="{1D9B086A-15BA-4214-9259-6869E2A18A72}" type="presParOf" srcId="{8849260C-D5A3-4B0D-AE33-31896BBE6722}" destId="{631F4245-202B-4393-92D5-DB0A705DE659}" srcOrd="2" destOrd="0" presId="urn:microsoft.com/office/officeart/2018/2/layout/IconVerticalSolidList"/>
    <dgm:cxn modelId="{CEAC2B65-4E1F-4A32-8EDF-4D626B7A571B}" type="presParOf" srcId="{8849260C-D5A3-4B0D-AE33-31896BBE6722}" destId="{8BA487E8-25A4-4665-9567-75B0A8B69595}" srcOrd="3" destOrd="0" presId="urn:microsoft.com/office/officeart/2018/2/layout/IconVerticalSolidList"/>
    <dgm:cxn modelId="{16EBAC05-E7F1-47F6-949A-700474A8DAEF}" type="presParOf" srcId="{1AF8108F-5141-465F-A3F2-15C8BA769DD8}" destId="{51FAC303-A43C-4DB3-903C-F9F353EE5EAA}" srcOrd="3" destOrd="0" presId="urn:microsoft.com/office/officeart/2018/2/layout/IconVerticalSolidList"/>
    <dgm:cxn modelId="{22BEA15F-F6F4-4606-BA64-D9F38D01D532}" type="presParOf" srcId="{1AF8108F-5141-465F-A3F2-15C8BA769DD8}" destId="{5912DD8D-8C7E-4FA9-A053-74506FDB59EA}" srcOrd="4" destOrd="0" presId="urn:microsoft.com/office/officeart/2018/2/layout/IconVerticalSolidList"/>
    <dgm:cxn modelId="{C8EF2AC5-0FBE-4A5E-9812-155BCC4DE25E}" type="presParOf" srcId="{5912DD8D-8C7E-4FA9-A053-74506FDB59EA}" destId="{7C4173D5-6354-4555-B010-C7115426283B}" srcOrd="0" destOrd="0" presId="urn:microsoft.com/office/officeart/2018/2/layout/IconVerticalSolidList"/>
    <dgm:cxn modelId="{4384CEED-8A80-450F-9E2B-17ED65F06D9A}" type="presParOf" srcId="{5912DD8D-8C7E-4FA9-A053-74506FDB59EA}" destId="{6E5C9FB0-9B39-4FDE-91DD-D7326AB5A119}" srcOrd="1" destOrd="0" presId="urn:microsoft.com/office/officeart/2018/2/layout/IconVerticalSolidList"/>
    <dgm:cxn modelId="{5AF4B1B5-3E79-4EAD-A9B1-F34AC226BE3A}" type="presParOf" srcId="{5912DD8D-8C7E-4FA9-A053-74506FDB59EA}" destId="{3A675B26-61F6-4DA3-B618-E10458786C89}" srcOrd="2" destOrd="0" presId="urn:microsoft.com/office/officeart/2018/2/layout/IconVerticalSolidList"/>
    <dgm:cxn modelId="{1CCF4649-722A-468C-91D4-1DF1A22DF28E}" type="presParOf" srcId="{5912DD8D-8C7E-4FA9-A053-74506FDB59EA}" destId="{07A1E233-8569-4AB0-978B-0BFAA98A1F67}" srcOrd="3" destOrd="0" presId="urn:microsoft.com/office/officeart/2018/2/layout/IconVerticalSolidList"/>
    <dgm:cxn modelId="{A1BBE939-8426-414E-9E4D-9464C0689851}" type="presParOf" srcId="{1AF8108F-5141-465F-A3F2-15C8BA769DD8}" destId="{3430D7CE-B143-45D8-89A5-286330B204BC}" srcOrd="5" destOrd="0" presId="urn:microsoft.com/office/officeart/2018/2/layout/IconVerticalSolidList"/>
    <dgm:cxn modelId="{AF559AE7-CDE0-4337-BA9B-495228B5EB19}" type="presParOf" srcId="{1AF8108F-5141-465F-A3F2-15C8BA769DD8}" destId="{38F61D8D-5666-48E5-9154-EF2FBC405194}" srcOrd="6" destOrd="0" presId="urn:microsoft.com/office/officeart/2018/2/layout/IconVerticalSolidList"/>
    <dgm:cxn modelId="{7101D524-7890-491F-9C04-92F07E92A1B0}" type="presParOf" srcId="{38F61D8D-5666-48E5-9154-EF2FBC405194}" destId="{76E2B41D-5FCD-4DF8-A5A8-2566867B795F}" srcOrd="0" destOrd="0" presId="urn:microsoft.com/office/officeart/2018/2/layout/IconVerticalSolidList"/>
    <dgm:cxn modelId="{7E68A0D1-2EE2-4B43-8C4B-C242BB1FB08F}" type="presParOf" srcId="{38F61D8D-5666-48E5-9154-EF2FBC405194}" destId="{61B5D17A-BEEA-43B5-880E-87B2131E27F4}" srcOrd="1" destOrd="0" presId="urn:microsoft.com/office/officeart/2018/2/layout/IconVerticalSolidList"/>
    <dgm:cxn modelId="{604B8A9F-DEBA-4F93-BDA6-30474AD3CBE7}" type="presParOf" srcId="{38F61D8D-5666-48E5-9154-EF2FBC405194}" destId="{F2A77FBE-7988-4383-9C5B-12747FCEEBA7}" srcOrd="2" destOrd="0" presId="urn:microsoft.com/office/officeart/2018/2/layout/IconVerticalSolidList"/>
    <dgm:cxn modelId="{2190E592-3034-4AFF-94E7-9A506765AF1F}" type="presParOf" srcId="{38F61D8D-5666-48E5-9154-EF2FBC405194}" destId="{5F4098FC-C222-4400-AF47-2D39F5C9D7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1F7FDC-201A-48E2-83D1-E04A5746B24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16040FF-5DEF-4C67-B2BE-42E22A3EEE08}">
      <dgm:prSet/>
      <dgm:spPr/>
      <dgm:t>
        <a:bodyPr/>
        <a:lstStyle/>
        <a:p>
          <a:r>
            <a:rPr lang="es-MX" dirty="0"/>
            <a:t>Base de datos</a:t>
          </a:r>
        </a:p>
        <a:p>
          <a:r>
            <a:rPr lang="es-MX" dirty="0"/>
            <a:t>MySQL</a:t>
          </a:r>
          <a:endParaRPr lang="en-US" dirty="0"/>
        </a:p>
      </dgm:t>
    </dgm:pt>
    <dgm:pt modelId="{4B8AE2A1-3C1A-4045-92F7-1E5785ADABF6}" type="parTrans" cxnId="{AA041F71-083A-4249-A333-8D33C0974FA6}">
      <dgm:prSet/>
      <dgm:spPr/>
      <dgm:t>
        <a:bodyPr/>
        <a:lstStyle/>
        <a:p>
          <a:endParaRPr lang="en-US"/>
        </a:p>
      </dgm:t>
    </dgm:pt>
    <dgm:pt modelId="{89BDDEDC-B72B-4B4B-A97C-6C0F6EFDDEAC}" type="sibTrans" cxnId="{AA041F71-083A-4249-A333-8D33C0974FA6}">
      <dgm:prSet/>
      <dgm:spPr/>
      <dgm:t>
        <a:bodyPr/>
        <a:lstStyle/>
        <a:p>
          <a:endParaRPr lang="en-US"/>
        </a:p>
      </dgm:t>
    </dgm:pt>
    <dgm:pt modelId="{DCBA9041-2249-4600-81D6-D4943C544CFD}">
      <dgm:prSet/>
      <dgm:spPr/>
      <dgm:t>
        <a:bodyPr/>
        <a:lstStyle/>
        <a:p>
          <a:r>
            <a:rPr lang="es-MX" dirty="0" err="1"/>
            <a:t>Frontend</a:t>
          </a:r>
          <a:endParaRPr lang="es-MX" dirty="0"/>
        </a:p>
        <a:p>
          <a:r>
            <a:rPr lang="es-MX" dirty="0"/>
            <a:t>HTML, JS, </a:t>
          </a:r>
          <a:endParaRPr lang="en-US" dirty="0"/>
        </a:p>
      </dgm:t>
    </dgm:pt>
    <dgm:pt modelId="{6A776BF5-E1A2-4177-987A-6B28644938CA}" type="parTrans" cxnId="{56BBE1A5-D057-4C3D-ACB7-2926C8A1F60A}">
      <dgm:prSet/>
      <dgm:spPr/>
      <dgm:t>
        <a:bodyPr/>
        <a:lstStyle/>
        <a:p>
          <a:endParaRPr lang="en-US"/>
        </a:p>
      </dgm:t>
    </dgm:pt>
    <dgm:pt modelId="{F501EEF1-2D79-4DD4-9EBE-203CE819FFD7}" type="sibTrans" cxnId="{56BBE1A5-D057-4C3D-ACB7-2926C8A1F60A}">
      <dgm:prSet/>
      <dgm:spPr/>
      <dgm:t>
        <a:bodyPr/>
        <a:lstStyle/>
        <a:p>
          <a:endParaRPr lang="en-US"/>
        </a:p>
      </dgm:t>
    </dgm:pt>
    <dgm:pt modelId="{05A7649B-DACA-47AE-A63B-E3921F2B16B4}">
      <dgm:prSet/>
      <dgm:spPr/>
      <dgm:t>
        <a:bodyPr/>
        <a:lstStyle/>
        <a:p>
          <a:r>
            <a:rPr lang="es-MX" dirty="0"/>
            <a:t>Backend</a:t>
          </a:r>
        </a:p>
        <a:p>
          <a:r>
            <a:rPr lang="es-MX" dirty="0"/>
            <a:t>Django</a:t>
          </a:r>
          <a:endParaRPr lang="en-US" dirty="0"/>
        </a:p>
      </dgm:t>
    </dgm:pt>
    <dgm:pt modelId="{C3D2D853-141E-4F2E-A69C-42636290B34A}" type="parTrans" cxnId="{FB7B6C4F-2FB8-437B-9F7D-D63267D1A9D1}">
      <dgm:prSet/>
      <dgm:spPr/>
      <dgm:t>
        <a:bodyPr/>
        <a:lstStyle/>
        <a:p>
          <a:endParaRPr lang="en-US"/>
        </a:p>
      </dgm:t>
    </dgm:pt>
    <dgm:pt modelId="{9C3CDBD5-7885-4A17-9FD5-8658FE5AA15E}" type="sibTrans" cxnId="{FB7B6C4F-2FB8-437B-9F7D-D63267D1A9D1}">
      <dgm:prSet/>
      <dgm:spPr/>
      <dgm:t>
        <a:bodyPr/>
        <a:lstStyle/>
        <a:p>
          <a:endParaRPr lang="en-US"/>
        </a:p>
      </dgm:t>
    </dgm:pt>
    <dgm:pt modelId="{5A582F99-B780-4837-8FBB-41C31E79BDBE}" type="pres">
      <dgm:prSet presAssocID="{211F7FDC-201A-48E2-83D1-E04A5746B240}" presName="root" presStyleCnt="0">
        <dgm:presLayoutVars>
          <dgm:dir/>
          <dgm:resizeHandles val="exact"/>
        </dgm:presLayoutVars>
      </dgm:prSet>
      <dgm:spPr/>
    </dgm:pt>
    <dgm:pt modelId="{4F6A9E82-F5B5-4E10-8BCC-0E8E4BD6B188}" type="pres">
      <dgm:prSet presAssocID="{416040FF-5DEF-4C67-B2BE-42E22A3EEE08}" presName="compNode" presStyleCnt="0"/>
      <dgm:spPr/>
    </dgm:pt>
    <dgm:pt modelId="{3130A358-628A-40C5-81ED-B1132E16EAD3}" type="pres">
      <dgm:prSet presAssocID="{416040FF-5DEF-4C67-B2BE-42E22A3EEE0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8E3FE584-FE8D-4998-8277-139FF4C987C4}" type="pres">
      <dgm:prSet presAssocID="{416040FF-5DEF-4C67-B2BE-42E22A3EEE08}" presName="spaceRect" presStyleCnt="0"/>
      <dgm:spPr/>
    </dgm:pt>
    <dgm:pt modelId="{C8ABF5A7-E43B-402E-AB52-F8A4BFFE6CC8}" type="pres">
      <dgm:prSet presAssocID="{416040FF-5DEF-4C67-B2BE-42E22A3EEE08}" presName="textRect" presStyleLbl="revTx" presStyleIdx="0" presStyleCnt="3">
        <dgm:presLayoutVars>
          <dgm:chMax val="1"/>
          <dgm:chPref val="1"/>
        </dgm:presLayoutVars>
      </dgm:prSet>
      <dgm:spPr/>
    </dgm:pt>
    <dgm:pt modelId="{45D92E5A-DD12-4AE8-A6E0-9F2431172944}" type="pres">
      <dgm:prSet presAssocID="{89BDDEDC-B72B-4B4B-A97C-6C0F6EFDDEAC}" presName="sibTrans" presStyleCnt="0"/>
      <dgm:spPr/>
    </dgm:pt>
    <dgm:pt modelId="{08BA5C0C-B4F3-4C09-9D81-89F9EA53E443}" type="pres">
      <dgm:prSet presAssocID="{DCBA9041-2249-4600-81D6-D4943C544CFD}" presName="compNode" presStyleCnt="0"/>
      <dgm:spPr/>
    </dgm:pt>
    <dgm:pt modelId="{9937A923-0468-406F-A3EB-3DD8EA2F0CF5}" type="pres">
      <dgm:prSet presAssocID="{DCBA9041-2249-4600-81D6-D4943C544C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99512CF-8344-4746-895E-51C753812369}" type="pres">
      <dgm:prSet presAssocID="{DCBA9041-2249-4600-81D6-D4943C544CFD}" presName="spaceRect" presStyleCnt="0"/>
      <dgm:spPr/>
    </dgm:pt>
    <dgm:pt modelId="{F21774E5-707F-408D-8C8B-883E73883D30}" type="pres">
      <dgm:prSet presAssocID="{DCBA9041-2249-4600-81D6-D4943C544CFD}" presName="textRect" presStyleLbl="revTx" presStyleIdx="1" presStyleCnt="3">
        <dgm:presLayoutVars>
          <dgm:chMax val="1"/>
          <dgm:chPref val="1"/>
        </dgm:presLayoutVars>
      </dgm:prSet>
      <dgm:spPr/>
    </dgm:pt>
    <dgm:pt modelId="{41DEB4E6-7B8E-4ABF-91A8-DE0E22CBA675}" type="pres">
      <dgm:prSet presAssocID="{F501EEF1-2D79-4DD4-9EBE-203CE819FFD7}" presName="sibTrans" presStyleCnt="0"/>
      <dgm:spPr/>
    </dgm:pt>
    <dgm:pt modelId="{43CE7264-9BA9-4D55-923C-ADEC52CB09D9}" type="pres">
      <dgm:prSet presAssocID="{05A7649B-DACA-47AE-A63B-E3921F2B16B4}" presName="compNode" presStyleCnt="0"/>
      <dgm:spPr/>
    </dgm:pt>
    <dgm:pt modelId="{F78D50C1-846E-4910-B412-DD68D4891280}" type="pres">
      <dgm:prSet presAssocID="{05A7649B-DACA-47AE-A63B-E3921F2B16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60E802DE-6A9E-406B-BA6F-31973E10528C}" type="pres">
      <dgm:prSet presAssocID="{05A7649B-DACA-47AE-A63B-E3921F2B16B4}" presName="spaceRect" presStyleCnt="0"/>
      <dgm:spPr/>
    </dgm:pt>
    <dgm:pt modelId="{7078969A-C71E-4690-9E74-98194BDE879C}" type="pres">
      <dgm:prSet presAssocID="{05A7649B-DACA-47AE-A63B-E3921F2B16B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1BE1744-4C48-4A7F-A2DA-776FD0068B35}" type="presOf" srcId="{05A7649B-DACA-47AE-A63B-E3921F2B16B4}" destId="{7078969A-C71E-4690-9E74-98194BDE879C}" srcOrd="0" destOrd="0" presId="urn:microsoft.com/office/officeart/2018/2/layout/IconLabelList"/>
    <dgm:cxn modelId="{FB7B6C4F-2FB8-437B-9F7D-D63267D1A9D1}" srcId="{211F7FDC-201A-48E2-83D1-E04A5746B240}" destId="{05A7649B-DACA-47AE-A63B-E3921F2B16B4}" srcOrd="2" destOrd="0" parTransId="{C3D2D853-141E-4F2E-A69C-42636290B34A}" sibTransId="{9C3CDBD5-7885-4A17-9FD5-8658FE5AA15E}"/>
    <dgm:cxn modelId="{AA041F71-083A-4249-A333-8D33C0974FA6}" srcId="{211F7FDC-201A-48E2-83D1-E04A5746B240}" destId="{416040FF-5DEF-4C67-B2BE-42E22A3EEE08}" srcOrd="0" destOrd="0" parTransId="{4B8AE2A1-3C1A-4045-92F7-1E5785ADABF6}" sibTransId="{89BDDEDC-B72B-4B4B-A97C-6C0F6EFDDEAC}"/>
    <dgm:cxn modelId="{56A29984-DF73-4BA8-8D23-703276674004}" type="presOf" srcId="{416040FF-5DEF-4C67-B2BE-42E22A3EEE08}" destId="{C8ABF5A7-E43B-402E-AB52-F8A4BFFE6CC8}" srcOrd="0" destOrd="0" presId="urn:microsoft.com/office/officeart/2018/2/layout/IconLabelList"/>
    <dgm:cxn modelId="{41F239A1-C5F7-4788-A066-EC0169C65C71}" type="presOf" srcId="{211F7FDC-201A-48E2-83D1-E04A5746B240}" destId="{5A582F99-B780-4837-8FBB-41C31E79BDBE}" srcOrd="0" destOrd="0" presId="urn:microsoft.com/office/officeart/2018/2/layout/IconLabelList"/>
    <dgm:cxn modelId="{56BBE1A5-D057-4C3D-ACB7-2926C8A1F60A}" srcId="{211F7FDC-201A-48E2-83D1-E04A5746B240}" destId="{DCBA9041-2249-4600-81D6-D4943C544CFD}" srcOrd="1" destOrd="0" parTransId="{6A776BF5-E1A2-4177-987A-6B28644938CA}" sibTransId="{F501EEF1-2D79-4DD4-9EBE-203CE819FFD7}"/>
    <dgm:cxn modelId="{206E9BD2-6BE1-4C4B-8DC0-EC140A4EB42B}" type="presOf" srcId="{DCBA9041-2249-4600-81D6-D4943C544CFD}" destId="{F21774E5-707F-408D-8C8B-883E73883D30}" srcOrd="0" destOrd="0" presId="urn:microsoft.com/office/officeart/2018/2/layout/IconLabelList"/>
    <dgm:cxn modelId="{D7941E2E-374B-4A07-B3DA-A673FB3F36A1}" type="presParOf" srcId="{5A582F99-B780-4837-8FBB-41C31E79BDBE}" destId="{4F6A9E82-F5B5-4E10-8BCC-0E8E4BD6B188}" srcOrd="0" destOrd="0" presId="urn:microsoft.com/office/officeart/2018/2/layout/IconLabelList"/>
    <dgm:cxn modelId="{5177AF32-AF31-42C6-8752-D9B775C6E76B}" type="presParOf" srcId="{4F6A9E82-F5B5-4E10-8BCC-0E8E4BD6B188}" destId="{3130A358-628A-40C5-81ED-B1132E16EAD3}" srcOrd="0" destOrd="0" presId="urn:microsoft.com/office/officeart/2018/2/layout/IconLabelList"/>
    <dgm:cxn modelId="{60BF8594-FE83-45A3-8BFE-FCA5D8737C25}" type="presParOf" srcId="{4F6A9E82-F5B5-4E10-8BCC-0E8E4BD6B188}" destId="{8E3FE584-FE8D-4998-8277-139FF4C987C4}" srcOrd="1" destOrd="0" presId="urn:microsoft.com/office/officeart/2018/2/layout/IconLabelList"/>
    <dgm:cxn modelId="{183AA131-F0CB-4AEB-894B-E18CFB5CF213}" type="presParOf" srcId="{4F6A9E82-F5B5-4E10-8BCC-0E8E4BD6B188}" destId="{C8ABF5A7-E43B-402E-AB52-F8A4BFFE6CC8}" srcOrd="2" destOrd="0" presId="urn:microsoft.com/office/officeart/2018/2/layout/IconLabelList"/>
    <dgm:cxn modelId="{D158837C-90C6-428A-A1FF-E157E91AB9E4}" type="presParOf" srcId="{5A582F99-B780-4837-8FBB-41C31E79BDBE}" destId="{45D92E5A-DD12-4AE8-A6E0-9F2431172944}" srcOrd="1" destOrd="0" presId="urn:microsoft.com/office/officeart/2018/2/layout/IconLabelList"/>
    <dgm:cxn modelId="{A097EE0F-E497-4218-A3C4-728F5CFB84B4}" type="presParOf" srcId="{5A582F99-B780-4837-8FBB-41C31E79BDBE}" destId="{08BA5C0C-B4F3-4C09-9D81-89F9EA53E443}" srcOrd="2" destOrd="0" presId="urn:microsoft.com/office/officeart/2018/2/layout/IconLabelList"/>
    <dgm:cxn modelId="{D9C474B9-46C4-4E3F-8851-48702FBD9333}" type="presParOf" srcId="{08BA5C0C-B4F3-4C09-9D81-89F9EA53E443}" destId="{9937A923-0468-406F-A3EB-3DD8EA2F0CF5}" srcOrd="0" destOrd="0" presId="urn:microsoft.com/office/officeart/2018/2/layout/IconLabelList"/>
    <dgm:cxn modelId="{60B39DA0-B148-4B9C-A262-84D53ADAE024}" type="presParOf" srcId="{08BA5C0C-B4F3-4C09-9D81-89F9EA53E443}" destId="{899512CF-8344-4746-895E-51C753812369}" srcOrd="1" destOrd="0" presId="urn:microsoft.com/office/officeart/2018/2/layout/IconLabelList"/>
    <dgm:cxn modelId="{36BA9460-211E-43D2-A862-4B2407F43626}" type="presParOf" srcId="{08BA5C0C-B4F3-4C09-9D81-89F9EA53E443}" destId="{F21774E5-707F-408D-8C8B-883E73883D30}" srcOrd="2" destOrd="0" presId="urn:microsoft.com/office/officeart/2018/2/layout/IconLabelList"/>
    <dgm:cxn modelId="{77D996B0-EBC6-425A-9551-0C8BDF88633A}" type="presParOf" srcId="{5A582F99-B780-4837-8FBB-41C31E79BDBE}" destId="{41DEB4E6-7B8E-4ABF-91A8-DE0E22CBA675}" srcOrd="3" destOrd="0" presId="urn:microsoft.com/office/officeart/2018/2/layout/IconLabelList"/>
    <dgm:cxn modelId="{952359F4-3A8D-47C0-B313-8BBCAB2F51BF}" type="presParOf" srcId="{5A582F99-B780-4837-8FBB-41C31E79BDBE}" destId="{43CE7264-9BA9-4D55-923C-ADEC52CB09D9}" srcOrd="4" destOrd="0" presId="urn:microsoft.com/office/officeart/2018/2/layout/IconLabelList"/>
    <dgm:cxn modelId="{118F10D6-8E30-47BF-84AF-6035CF4C4574}" type="presParOf" srcId="{43CE7264-9BA9-4D55-923C-ADEC52CB09D9}" destId="{F78D50C1-846E-4910-B412-DD68D4891280}" srcOrd="0" destOrd="0" presId="urn:microsoft.com/office/officeart/2018/2/layout/IconLabelList"/>
    <dgm:cxn modelId="{C41E2CB8-FCF9-45B9-BA3C-4F2768E2ACA9}" type="presParOf" srcId="{43CE7264-9BA9-4D55-923C-ADEC52CB09D9}" destId="{60E802DE-6A9E-406B-BA6F-31973E10528C}" srcOrd="1" destOrd="0" presId="urn:microsoft.com/office/officeart/2018/2/layout/IconLabelList"/>
    <dgm:cxn modelId="{5F0E78DA-80E3-4C73-B4F3-0B3A94D31B99}" type="presParOf" srcId="{43CE7264-9BA9-4D55-923C-ADEC52CB09D9}" destId="{7078969A-C71E-4690-9E74-98194BDE87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19ED9-9C2A-4EF1-8DDF-5498FDB1AB69}">
      <dsp:nvSpPr>
        <dsp:cNvPr id="0" name=""/>
        <dsp:cNvSpPr/>
      </dsp:nvSpPr>
      <dsp:spPr>
        <a:xfrm>
          <a:off x="311379" y="1142964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ECA2C-5AA8-476D-9BF4-CBF697591E9E}">
      <dsp:nvSpPr>
        <dsp:cNvPr id="0" name=""/>
        <dsp:cNvSpPr/>
      </dsp:nvSpPr>
      <dsp:spPr>
        <a:xfrm>
          <a:off x="517957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8D6D6-6A84-4C82-B54B-AECE5DD5B883}">
      <dsp:nvSpPr>
        <dsp:cNvPr id="0" name=""/>
        <dsp:cNvSpPr/>
      </dsp:nvSpPr>
      <dsp:spPr>
        <a:xfrm>
          <a:off x="1512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500" kern="1200"/>
            <a:t>Landing page </a:t>
          </a:r>
          <a:endParaRPr lang="en-US" sz="1500" kern="1200"/>
        </a:p>
      </dsp:txBody>
      <dsp:txXfrm>
        <a:off x="1512" y="2414215"/>
        <a:ext cx="1589062" cy="635625"/>
      </dsp:txXfrm>
    </dsp:sp>
    <dsp:sp modelId="{EB9CDE10-B90A-4C76-8059-95D8005FEC50}">
      <dsp:nvSpPr>
        <dsp:cNvPr id="0" name=""/>
        <dsp:cNvSpPr/>
      </dsp:nvSpPr>
      <dsp:spPr>
        <a:xfrm>
          <a:off x="2178527" y="1142964"/>
          <a:ext cx="969328" cy="9693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AB39F-BBAF-43DD-921B-398A16D46198}">
      <dsp:nvSpPr>
        <dsp:cNvPr id="0" name=""/>
        <dsp:cNvSpPr/>
      </dsp:nvSpPr>
      <dsp:spPr>
        <a:xfrm>
          <a:off x="2385105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7293B-E08A-4261-BA83-9819CC95BD85}">
      <dsp:nvSpPr>
        <dsp:cNvPr id="0" name=""/>
        <dsp:cNvSpPr/>
      </dsp:nvSpPr>
      <dsp:spPr>
        <a:xfrm>
          <a:off x="1868660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500" kern="1200"/>
            <a:t>Gestión de clientes (CRM)</a:t>
          </a:r>
          <a:endParaRPr lang="en-US" sz="1500" kern="1200"/>
        </a:p>
      </dsp:txBody>
      <dsp:txXfrm>
        <a:off x="1868660" y="2414215"/>
        <a:ext cx="1589062" cy="635625"/>
      </dsp:txXfrm>
    </dsp:sp>
    <dsp:sp modelId="{27D47996-AC49-4B84-BCEB-1C8DC5D3F3AE}">
      <dsp:nvSpPr>
        <dsp:cNvPr id="0" name=""/>
        <dsp:cNvSpPr/>
      </dsp:nvSpPr>
      <dsp:spPr>
        <a:xfrm>
          <a:off x="4045676" y="1142964"/>
          <a:ext cx="969328" cy="9693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3E911-1005-4D5E-9F58-A5F824C5876D}">
      <dsp:nvSpPr>
        <dsp:cNvPr id="0" name=""/>
        <dsp:cNvSpPr/>
      </dsp:nvSpPr>
      <dsp:spPr>
        <a:xfrm>
          <a:off x="4252254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BBFCF-B9E4-4153-8599-5CFC722FEEA2}">
      <dsp:nvSpPr>
        <dsp:cNvPr id="0" name=""/>
        <dsp:cNvSpPr/>
      </dsp:nvSpPr>
      <dsp:spPr>
        <a:xfrm>
          <a:off x="3735809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500" kern="1200"/>
            <a:t>Catalogo de producto</a:t>
          </a:r>
          <a:endParaRPr lang="en-US" sz="1500" kern="1200"/>
        </a:p>
      </dsp:txBody>
      <dsp:txXfrm>
        <a:off x="3735809" y="2414215"/>
        <a:ext cx="1589062" cy="635625"/>
      </dsp:txXfrm>
    </dsp:sp>
    <dsp:sp modelId="{4ABCA94B-9AB2-4808-9CED-4A1AAD50FA39}">
      <dsp:nvSpPr>
        <dsp:cNvPr id="0" name=""/>
        <dsp:cNvSpPr/>
      </dsp:nvSpPr>
      <dsp:spPr>
        <a:xfrm>
          <a:off x="5912824" y="1142964"/>
          <a:ext cx="969328" cy="9693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C2B0E7-FCD9-4DBC-9DF4-4862CE959457}">
      <dsp:nvSpPr>
        <dsp:cNvPr id="0" name=""/>
        <dsp:cNvSpPr/>
      </dsp:nvSpPr>
      <dsp:spPr>
        <a:xfrm>
          <a:off x="6119402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DC8E4-9EC2-4813-ACAE-F2B53DBF0609}">
      <dsp:nvSpPr>
        <dsp:cNvPr id="0" name=""/>
        <dsp:cNvSpPr/>
      </dsp:nvSpPr>
      <dsp:spPr>
        <a:xfrm>
          <a:off x="5602957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500" kern="1200"/>
            <a:t>Tienda en línea </a:t>
          </a:r>
          <a:endParaRPr lang="en-US" sz="1500" kern="1200"/>
        </a:p>
      </dsp:txBody>
      <dsp:txXfrm>
        <a:off x="5602957" y="2414215"/>
        <a:ext cx="1589062" cy="635625"/>
      </dsp:txXfrm>
    </dsp:sp>
    <dsp:sp modelId="{42599411-F0DB-43F3-BB55-203EDD2966C8}">
      <dsp:nvSpPr>
        <dsp:cNvPr id="0" name=""/>
        <dsp:cNvSpPr/>
      </dsp:nvSpPr>
      <dsp:spPr>
        <a:xfrm>
          <a:off x="7779973" y="1142964"/>
          <a:ext cx="969328" cy="96932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907B6-7506-45FE-A2E0-39CB4EC761D5}">
      <dsp:nvSpPr>
        <dsp:cNvPr id="0" name=""/>
        <dsp:cNvSpPr/>
      </dsp:nvSpPr>
      <dsp:spPr>
        <a:xfrm>
          <a:off x="7986551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C892B-F87B-4B9B-B5F0-AAFBD6BDF0F0}">
      <dsp:nvSpPr>
        <dsp:cNvPr id="0" name=""/>
        <dsp:cNvSpPr/>
      </dsp:nvSpPr>
      <dsp:spPr>
        <a:xfrm>
          <a:off x="7470105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500" kern="1200"/>
            <a:t>Facturación</a:t>
          </a:r>
          <a:endParaRPr lang="en-US" sz="1500" kern="1200"/>
        </a:p>
      </dsp:txBody>
      <dsp:txXfrm>
        <a:off x="7470105" y="2414215"/>
        <a:ext cx="1589062" cy="635625"/>
      </dsp:txXfrm>
    </dsp:sp>
    <dsp:sp modelId="{F9F9A0DC-74A4-400F-86C7-307316691ADC}">
      <dsp:nvSpPr>
        <dsp:cNvPr id="0" name=""/>
        <dsp:cNvSpPr/>
      </dsp:nvSpPr>
      <dsp:spPr>
        <a:xfrm>
          <a:off x="9647121" y="1142964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B67084-B623-4A91-962F-B32B9C582D69}">
      <dsp:nvSpPr>
        <dsp:cNvPr id="0" name=""/>
        <dsp:cNvSpPr/>
      </dsp:nvSpPr>
      <dsp:spPr>
        <a:xfrm>
          <a:off x="9853699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EF12A-20BA-4C45-921D-D33C7F5033EF}">
      <dsp:nvSpPr>
        <dsp:cNvPr id="0" name=""/>
        <dsp:cNvSpPr/>
      </dsp:nvSpPr>
      <dsp:spPr>
        <a:xfrm>
          <a:off x="9337254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500" kern="1200" dirty="0"/>
            <a:t>Gestión de inventario (ERP)</a:t>
          </a:r>
          <a:endParaRPr lang="en-US" sz="1500" kern="1200" dirty="0"/>
        </a:p>
      </dsp:txBody>
      <dsp:txXfrm>
        <a:off x="9337254" y="2414215"/>
        <a:ext cx="1589062" cy="6356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5A334-E97F-4E53-B412-2066C7EF18E3}">
      <dsp:nvSpPr>
        <dsp:cNvPr id="0" name=""/>
        <dsp:cNvSpPr/>
      </dsp:nvSpPr>
      <dsp:spPr>
        <a:xfrm>
          <a:off x="0" y="726910"/>
          <a:ext cx="6666833" cy="40000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6680" tIns="342909" rIns="326680" bIns="342909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b="1" kern="1200"/>
            <a:t>Total: 20-24 semanas</a:t>
          </a:r>
          <a:endParaRPr lang="en-US" sz="36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800" kern="1200"/>
            <a:t>Semanas 1-3: Etapa 1 (Diseño)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800" kern="1200"/>
            <a:t>Semanas 4-7: Etapa 2 (Landing)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800" kern="1200"/>
            <a:t>Semanas 8-12: Etapa 3 (Tienda)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800" kern="1200"/>
            <a:t>Semanas 13-20: Etapa 4 (ERP)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800" kern="1200"/>
            <a:t>Semanas 21-24: Etapa 5 (Integración)</a:t>
          </a:r>
          <a:endParaRPr lang="en-US" sz="2800" kern="1200"/>
        </a:p>
      </dsp:txBody>
      <dsp:txXfrm>
        <a:off x="0" y="726910"/>
        <a:ext cx="6666833" cy="40000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4E0D1-E6ED-49CA-98FD-B974018E94A3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0109EF-483F-4A15-BAC4-8B1352FF6F5F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84F38E-4324-4C64-9B23-7EE54F18345B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Órdenes de compra (materias primas)</a:t>
          </a:r>
          <a:endParaRPr lang="en-US" sz="2200" kern="1200"/>
        </a:p>
      </dsp:txBody>
      <dsp:txXfrm>
        <a:off x="1357965" y="2319"/>
        <a:ext cx="4887299" cy="1175727"/>
      </dsp:txXfrm>
    </dsp:sp>
    <dsp:sp modelId="{B2D69C2A-5028-4A12-8D75-6B855731D505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DDCE0-369E-455D-BC3D-99D39C8979C5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487E8-25A4-4665-9567-75B0A8B69595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Órdenes de venta</a:t>
          </a:r>
          <a:endParaRPr lang="en-US" sz="2200" kern="1200"/>
        </a:p>
      </dsp:txBody>
      <dsp:txXfrm>
        <a:off x="1357965" y="1471979"/>
        <a:ext cx="4887299" cy="1175727"/>
      </dsp:txXfrm>
    </dsp:sp>
    <dsp:sp modelId="{7C4173D5-6354-4555-B010-C7115426283B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5C9FB0-9B39-4FDE-91DD-D7326AB5A119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1E233-8569-4AB0-978B-0BFAA98A1F67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Facturación básica</a:t>
          </a:r>
          <a:endParaRPr lang="en-US" sz="2200" kern="1200"/>
        </a:p>
      </dsp:txBody>
      <dsp:txXfrm>
        <a:off x="1357965" y="2941639"/>
        <a:ext cx="4887299" cy="1175727"/>
      </dsp:txXfrm>
    </dsp:sp>
    <dsp:sp modelId="{76E2B41D-5FCD-4DF8-A5A8-2566867B795F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B5D17A-BEEA-43B5-880E-87B2131E27F4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098FC-C222-4400-AF47-2D39F5C9D79E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Reportes simples (ventas, inventario)</a:t>
          </a:r>
          <a:endParaRPr lang="en-US" sz="2200" kern="1200"/>
        </a:p>
      </dsp:txBody>
      <dsp:txXfrm>
        <a:off x="1357965" y="4411299"/>
        <a:ext cx="4887299" cy="1175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30A358-628A-40C5-81ED-B1132E16EAD3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BF5A7-E43B-402E-AB52-F8A4BFFE6CC8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Base de datos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MySQL</a:t>
          </a:r>
          <a:endParaRPr lang="en-US" sz="2100" kern="1200" dirty="0"/>
        </a:p>
      </dsp:txBody>
      <dsp:txXfrm>
        <a:off x="59990" y="2654049"/>
        <a:ext cx="3226223" cy="720000"/>
      </dsp:txXfrm>
    </dsp:sp>
    <dsp:sp modelId="{9937A923-0468-406F-A3EB-3DD8EA2F0CF5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774E5-707F-408D-8C8B-883E73883D30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 err="1"/>
            <a:t>Frontend</a:t>
          </a:r>
          <a:endParaRPr lang="es-MX" sz="2100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HTML, JS, </a:t>
          </a:r>
          <a:endParaRPr lang="en-US" sz="2100" kern="1200" dirty="0"/>
        </a:p>
      </dsp:txBody>
      <dsp:txXfrm>
        <a:off x="3850802" y="2654049"/>
        <a:ext cx="3226223" cy="720000"/>
      </dsp:txXfrm>
    </dsp:sp>
    <dsp:sp modelId="{F78D50C1-846E-4910-B412-DD68D4891280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8969A-C71E-4690-9E74-98194BDE879C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Backend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Django</a:t>
          </a:r>
          <a:endParaRPr lang="en-US" sz="2100" kern="1200" dirty="0"/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9737A-6D50-9312-E7BD-5C7646E9D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29327B-590B-4950-77E3-031E30CFF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4E8DF4-6DA5-ADAD-DF2C-5E610514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2B2E39-6E16-D890-EB31-3FF7E2F1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FFB1B8-F0CE-C86C-697C-73792546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543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6D826-95DE-A51A-DE6B-F4A46F5AE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E51785-96BB-319D-F669-F01D71AFD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FFAE87-6726-01EA-264E-CA1A6E24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08331B-B15B-614F-A770-A78B8F50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408EDB-5321-E2E7-A3B0-46D12575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7658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1EFFC-3694-3C86-837C-4159A246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ABB26-8505-7C93-63B9-4A6AD6B4E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AC27F-00B5-AA44-53BB-10FA956CB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14DB4D-4EBD-50A2-4967-3260ACC60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385EA4-D45F-3CFE-3E43-8B14A3F9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002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E61C9-F6A8-F655-9512-9ABA8408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6F8F66-01A7-F56D-98A1-2C350DD5C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978A39-4E97-260B-E557-200C1FB9E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10A94F-126D-87A6-F54A-115F6EB2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B503AE-D3EE-48A0-4A55-BDE515A25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DC8AD2-C63E-DCAD-EE4B-F6CF397B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731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2EAD5-048D-BD6A-93B3-5E03626DF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1F6C6B-B2C4-781A-D02C-913D9F92E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66D765-F804-49CF-3EA9-6E78A9AA7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7AA84-B037-6E17-EAE0-55B36CFA0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10DD61A-4E77-63FF-9BF8-7CF09F0B3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FE93EAB-04BB-4ED8-5B86-79DC0EAAB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2AC0CA-2C97-C43A-8A27-F20A0EBE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BFA87A-4DFD-13A3-F580-04E42593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0761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C6D06-7772-35C3-B8B7-92C7B3C7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61C85D-763D-982F-D490-FFD65A9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7E27EB-CDE0-9304-ECB2-429A969A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90E843-E2B1-C0EF-059F-07A12059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2057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C7BB9-28BA-CFB7-C9B0-DF3D6742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F9368F-59BC-D482-4B59-8CECD207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55F569-14ED-55A6-752D-1CBA6EE8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319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3A9CA-0243-3871-AD01-8AD097653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036A0A-58D5-3A85-EAD1-5AB32D284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E3E439-EC18-0AFD-B182-B94F39317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2888F8-B956-209B-EB3B-029ADB0BE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B036FB-2B59-F382-2C58-D1AC6EA42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1A9C3D-A156-DE41-6E67-2CFDE850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9341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2DE87-E702-0898-48BA-412FD850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C9C1CD-0A26-8B45-2EE7-4B2B53178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1FCB3E-21A7-0B93-D80A-C45D1E84B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EB45CD-926D-80D1-62E7-2D82445F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2AB6D8-BE75-795A-2E5E-FE7E9A3D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C6CAB7-B5EF-91A5-006C-7D1931C7C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566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99787-72FD-8EAC-C511-F53CF2C6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F73251-4539-DC47-DB63-68E57885A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B36471-932B-2F7E-9266-50A35FB8F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72A8A-66E6-422F-D593-AE2EA230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DCD066-B9CC-E5F7-4B9E-A25B9B36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219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303AC2-5000-9876-B4BF-5242B8AD3C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363C60-7E9E-7AB7-3770-D1C75F459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4F1EF5-E882-A9C8-9B03-972CA4243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FA0D96-54FC-F017-EE58-C8A485D4C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7A59D9-E7DF-DDB8-62F5-48FF24CB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265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7C7F481-4007-14C5-2B5F-D9FB14ED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98BB43-AC46-B564-E75A-0B4C52D77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2A4BE8-C50F-9A29-D94F-895B66685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5F402-2F27-478B-9A76-0BF697F18DB8}" type="datetimeFigureOut">
              <a:rPr lang="es-MX" smtClean="0"/>
              <a:t>18/02/2026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567A7D-2957-A357-C11A-800822B2A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CBCA64-099B-E084-64C5-7C3BABF2E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F280C-2219-4567-A534-66B83F995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169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Laboratory experiment with a petri dish">
            <a:extLst>
              <a:ext uri="{FF2B5EF4-FFF2-40B4-BE49-F238E27FC236}">
                <a16:creationId xmlns:a16="http://schemas.microsoft.com/office/drawing/2014/main" id="{8E706C69-533A-FFD1-FD75-09AE74DE0B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2500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65766E3-3CC1-5366-4A79-90C036CE5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125" y="742951"/>
            <a:ext cx="6743700" cy="2686048"/>
          </a:xfrm>
        </p:spPr>
        <p:txBody>
          <a:bodyPr>
            <a:normAutofit/>
          </a:bodyPr>
          <a:lstStyle/>
          <a:p>
            <a:r>
              <a:rPr lang="es-MX" sz="7200" dirty="0">
                <a:solidFill>
                  <a:srgbClr val="FFFFFF"/>
                </a:solidFill>
              </a:rPr>
              <a:t>AV </a:t>
            </a:r>
            <a:r>
              <a:rPr lang="es-MX" sz="7200" dirty="0" err="1">
                <a:solidFill>
                  <a:srgbClr val="FFFFFF"/>
                </a:solidFill>
              </a:rPr>
              <a:t>Clean</a:t>
            </a:r>
            <a:endParaRPr lang="es-MX" sz="72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C2970E-6057-3E00-2227-9921A15F3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62075" y="3844915"/>
            <a:ext cx="10515600" cy="1384310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FFFF"/>
                </a:solidFill>
              </a:rPr>
              <a:t>Proyecto digital y gestión de recursos</a:t>
            </a:r>
          </a:p>
        </p:txBody>
      </p:sp>
    </p:spTree>
    <p:extLst>
      <p:ext uri="{BB962C8B-B14F-4D97-AF65-F5344CB8AC3E}">
        <p14:creationId xmlns:p14="http://schemas.microsoft.com/office/powerpoint/2010/main" val="1195338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79CF55-0F15-E309-CE98-619D85BE9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MX" sz="4000">
                <a:solidFill>
                  <a:srgbClr val="FFFFFF"/>
                </a:solidFill>
              </a:rPr>
              <a:t>Funcionalidades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5A3DC79-DB94-3112-D924-6C74EA84A9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036927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989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3A690A-606A-8B8F-92D4-864FE1034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MX" sz="4000">
                <a:solidFill>
                  <a:srgbClr val="FFFFFF"/>
                </a:solidFill>
              </a:rPr>
              <a:t>Cronograma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A0E58DD-979A-B990-3A56-AC6793DF18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34624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9743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1B315C9-AD99-05CC-A9A1-ED79815D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s-MX" sz="4800" b="1">
                <a:solidFill>
                  <a:schemeClr val="bg1"/>
                </a:solidFill>
              </a:rPr>
              <a:t>ETAPA 2: LANDING PAGE Y CATÁLOGO</a:t>
            </a:r>
            <a:endParaRPr lang="es-MX" sz="480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D164EF-A735-0BAF-1BD6-38EDD1085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1800" b="1">
                <a:solidFill>
                  <a:schemeClr val="bg1"/>
                </a:solidFill>
              </a:rPr>
              <a:t>(3-4 semanas)</a:t>
            </a:r>
          </a:p>
          <a:p>
            <a:r>
              <a:rPr lang="es-MX" sz="1800" b="1">
                <a:solidFill>
                  <a:schemeClr val="bg1"/>
                </a:solidFill>
              </a:rPr>
              <a:t>Módulo 2.1: Landing Page Corporativo</a:t>
            </a:r>
          </a:p>
          <a:p>
            <a:pPr lvl="1"/>
            <a:r>
              <a:rPr lang="es-MX" sz="1800">
                <a:solidFill>
                  <a:schemeClr val="bg1"/>
                </a:solidFill>
              </a:rPr>
              <a:t>Diseño responsive (móvil primero)</a:t>
            </a:r>
          </a:p>
          <a:p>
            <a:pPr lvl="1"/>
            <a:r>
              <a:rPr lang="es-MX" sz="1800">
                <a:solidFill>
                  <a:schemeClr val="bg1"/>
                </a:solidFill>
              </a:rPr>
              <a:t>Información de la empresa y valores</a:t>
            </a:r>
          </a:p>
          <a:p>
            <a:pPr lvl="1"/>
            <a:r>
              <a:rPr lang="es-MX" sz="1800">
                <a:solidFill>
                  <a:schemeClr val="bg1"/>
                </a:solidFill>
              </a:rPr>
              <a:t>Catálogo de productos básico (sin precios)</a:t>
            </a:r>
          </a:p>
          <a:p>
            <a:pPr lvl="1"/>
            <a:r>
              <a:rPr lang="es-MX" sz="1800">
                <a:solidFill>
                  <a:schemeClr val="bg1"/>
                </a:solidFill>
              </a:rPr>
              <a:t>Formulario de contacto/lead generation</a:t>
            </a:r>
          </a:p>
          <a:p>
            <a:pPr lvl="1"/>
            <a:r>
              <a:rPr lang="es-MX" sz="1800">
                <a:solidFill>
                  <a:schemeClr val="bg1"/>
                </a:solidFill>
              </a:rPr>
              <a:t>Sección para distribuidores y maquila</a:t>
            </a:r>
          </a:p>
          <a:p>
            <a:r>
              <a:rPr lang="es-MX" sz="1800" b="1">
                <a:solidFill>
                  <a:schemeClr val="bg1"/>
                </a:solidFill>
              </a:rPr>
              <a:t>Módulo 2.2: Catálogo Público</a:t>
            </a:r>
          </a:p>
          <a:p>
            <a:pPr lvl="1"/>
            <a:r>
              <a:rPr lang="es-MX" sz="1800">
                <a:solidFill>
                  <a:schemeClr val="bg1"/>
                </a:solidFill>
              </a:rPr>
              <a:t>Filtrado por categoría (hogar, industrial, automotriz)</a:t>
            </a:r>
          </a:p>
          <a:p>
            <a:pPr lvl="1"/>
            <a:r>
              <a:rPr lang="es-MX" sz="1800">
                <a:solidFill>
                  <a:schemeClr val="bg1"/>
                </a:solidFill>
              </a:rPr>
              <a:t>Ficha técnica de cada producto</a:t>
            </a:r>
          </a:p>
          <a:p>
            <a:pPr lvl="1"/>
            <a:r>
              <a:rPr lang="es-MX" sz="1800">
                <a:solidFill>
                  <a:schemeClr val="bg1"/>
                </a:solidFill>
              </a:rPr>
              <a:t>Hoja de seguridad (MSDS) descargable</a:t>
            </a:r>
          </a:p>
          <a:p>
            <a:pPr lvl="1"/>
            <a:r>
              <a:rPr lang="es-MX" sz="1800">
                <a:solidFill>
                  <a:schemeClr val="bg1"/>
                </a:solidFill>
              </a:rPr>
              <a:t>Galería de imágenes/videos demostrativos</a:t>
            </a:r>
          </a:p>
          <a:p>
            <a:endParaRPr lang="es-MX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92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1D7A5-4E54-408D-7695-ECCB3BD5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 catalogo de productos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5E2DCB-E6E5-182C-9CC3-5FACE4DDC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3" y="1690688"/>
            <a:ext cx="5503333" cy="4882622"/>
          </a:xfrm>
        </p:spPr>
        <p:txBody>
          <a:bodyPr>
            <a:normAutofit fontScale="40000" lnSpcReduction="20000"/>
          </a:bodyPr>
          <a:lstStyle/>
          <a:p>
            <a:pPr latinLnBrk="1"/>
            <a:r>
              <a:rPr lang="es-MX" sz="3000" dirty="0"/>
              <a:t>PASO 1: Instalar Django y MySQL </a:t>
            </a:r>
            <a:r>
              <a:rPr lang="es-MX" sz="3000" dirty="0" err="1"/>
              <a:t>connector</a:t>
            </a:r>
            <a:endParaRPr lang="es-MX" sz="3000" dirty="0"/>
          </a:p>
          <a:p>
            <a:pPr latinLnBrk="1"/>
            <a:r>
              <a:rPr lang="es-MX" sz="3000" dirty="0"/>
              <a:t>PASO 2: Crear proyecto Django</a:t>
            </a:r>
          </a:p>
          <a:p>
            <a:pPr latinLnBrk="1"/>
            <a:r>
              <a:rPr lang="es-MX" sz="3000" dirty="0"/>
              <a:t>PASO 3: Configurar conexión a MySQL</a:t>
            </a:r>
          </a:p>
          <a:p>
            <a:pPr latinLnBrk="1"/>
            <a:r>
              <a:rPr lang="es-MX" sz="3000" dirty="0"/>
              <a:t>PASO 4: Crear app "catalogo"</a:t>
            </a:r>
          </a:p>
          <a:p>
            <a:pPr latinLnBrk="1"/>
            <a:r>
              <a:rPr lang="es-MX" sz="3000" dirty="0"/>
              <a:t>PASO 5: Crear </a:t>
            </a:r>
            <a:r>
              <a:rPr lang="es-MX" sz="3000" dirty="0" err="1"/>
              <a:t>superusuario</a:t>
            </a:r>
            <a:endParaRPr lang="es-MX" sz="3000" dirty="0"/>
          </a:p>
          <a:p>
            <a:pPr latinLnBrk="1"/>
            <a:r>
              <a:rPr lang="es-MX" sz="3000" dirty="0"/>
              <a:t>PASO 6: Verificar que </a:t>
            </a:r>
            <a:r>
              <a:rPr lang="es-MX" sz="3000" dirty="0" err="1"/>
              <a:t>admin</a:t>
            </a:r>
            <a:r>
              <a:rPr lang="es-MX" sz="3000" dirty="0"/>
              <a:t> panel funciona</a:t>
            </a:r>
          </a:p>
          <a:p>
            <a:pPr latinLnBrk="1"/>
            <a:r>
              <a:rPr lang="es-MX" sz="3000" dirty="0"/>
              <a:t>PASO 7: Crear modelo </a:t>
            </a:r>
            <a:r>
              <a:rPr lang="es-MX" sz="3000" dirty="0" err="1"/>
              <a:t>Categoria</a:t>
            </a:r>
            <a:r>
              <a:rPr lang="es-MX" sz="3000" dirty="0"/>
              <a:t> (nombre, descripción)</a:t>
            </a:r>
          </a:p>
          <a:p>
            <a:pPr latinLnBrk="1"/>
            <a:r>
              <a:rPr lang="es-MX" sz="3000" dirty="0"/>
              <a:t>PASO 8: Crear modelo Producto (nombre, descripción, precio, imagen)</a:t>
            </a:r>
          </a:p>
          <a:p>
            <a:pPr latinLnBrk="1"/>
            <a:r>
              <a:rPr lang="es-MX" sz="3000" dirty="0"/>
              <a:t>PASO 9: Registrar modelos en </a:t>
            </a:r>
            <a:r>
              <a:rPr lang="es-MX" sz="3000" dirty="0" err="1"/>
              <a:t>admin</a:t>
            </a:r>
            <a:endParaRPr lang="es-MX" sz="3000" dirty="0"/>
          </a:p>
          <a:p>
            <a:pPr latinLnBrk="1"/>
            <a:r>
              <a:rPr lang="es-MX" sz="3000" dirty="0"/>
              <a:t>PASO 10: Hacer migraciones</a:t>
            </a:r>
          </a:p>
          <a:p>
            <a:pPr latinLnBrk="1"/>
            <a:r>
              <a:rPr lang="es-MX" sz="3000" dirty="0"/>
              <a:t>PASO 11: Probar </a:t>
            </a:r>
            <a:r>
              <a:rPr lang="es-MX" sz="3000" dirty="0" err="1"/>
              <a:t>admin</a:t>
            </a:r>
            <a:r>
              <a:rPr lang="es-MX" sz="3000" dirty="0"/>
              <a:t> (agregar 2-3 productos manualmente)</a:t>
            </a:r>
          </a:p>
          <a:p>
            <a:pPr latinLnBrk="1"/>
            <a:r>
              <a:rPr lang="es-MX" sz="3000" dirty="0"/>
              <a:t>PASO 12: Instalar Django REST Framework</a:t>
            </a:r>
          </a:p>
          <a:p>
            <a:pPr latinLnBrk="1"/>
            <a:r>
              <a:rPr lang="es-MX" sz="3000" dirty="0"/>
              <a:t>PASO 13: Crear </a:t>
            </a:r>
            <a:r>
              <a:rPr lang="es-MX" sz="3000" dirty="0" err="1"/>
              <a:t>serializer</a:t>
            </a:r>
            <a:r>
              <a:rPr lang="es-MX" sz="3000" dirty="0"/>
              <a:t> de Producto</a:t>
            </a:r>
          </a:p>
          <a:p>
            <a:pPr latinLnBrk="1"/>
            <a:r>
              <a:rPr lang="es-MX" sz="3000" dirty="0"/>
              <a:t>PASO 14: Crear vista API (</a:t>
            </a:r>
            <a:r>
              <a:rPr lang="es-MX" sz="3000" dirty="0" err="1"/>
              <a:t>endpoint</a:t>
            </a:r>
            <a:r>
              <a:rPr lang="es-MX" sz="3000" dirty="0"/>
              <a:t>) para listar productos</a:t>
            </a:r>
          </a:p>
          <a:p>
            <a:pPr latinLnBrk="1"/>
            <a:r>
              <a:rPr lang="es-MX" sz="3000" dirty="0"/>
              <a:t>PASO 15: Probar que http://localhost:8000/api/productos/ devuelve JSON</a:t>
            </a:r>
          </a:p>
          <a:p>
            <a:pPr latinLnBrk="1"/>
            <a:r>
              <a:rPr lang="es-MX" sz="3000" dirty="0"/>
              <a:t>PASO 16: En el landing page, crear archivo JS que haga </a:t>
            </a:r>
            <a:r>
              <a:rPr lang="es-MX" sz="3000" dirty="0" err="1"/>
              <a:t>fetch</a:t>
            </a:r>
            <a:r>
              <a:rPr lang="es-MX" sz="3000" dirty="0"/>
              <a:t> a la API</a:t>
            </a:r>
          </a:p>
          <a:p>
            <a:pPr latinLnBrk="1"/>
            <a:r>
              <a:rPr lang="es-MX" sz="3000" dirty="0"/>
              <a:t>PASO 17: Mostrar productos en catálogo usando JavaScript</a:t>
            </a:r>
          </a:p>
          <a:p>
            <a:pPr latinLnBrk="1"/>
            <a:r>
              <a:rPr lang="es-MX" sz="3000" dirty="0"/>
              <a:t>PASO 18: Probar que se ven los productos desde el </a:t>
            </a:r>
            <a:r>
              <a:rPr lang="es-MX" sz="3000" dirty="0" err="1"/>
              <a:t>admin</a:t>
            </a:r>
            <a:endParaRPr lang="es-MX" sz="3000" dirty="0"/>
          </a:p>
          <a:p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F7FE6CF-3C12-12D5-9989-F003A8DC1C50}"/>
              </a:ext>
            </a:extLst>
          </p:cNvPr>
          <p:cNvSpPr txBox="1"/>
          <p:nvPr/>
        </p:nvSpPr>
        <p:spPr>
          <a:xfrm>
            <a:off x="6375401" y="1896003"/>
            <a:ext cx="40640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C:\quimicos_factory\</a:t>
            </a:r>
          </a:p>
          <a:p>
            <a:r>
              <a:rPr lang="es-MX" sz="1100" dirty="0"/>
              <a:t>│</a:t>
            </a:r>
          </a:p>
          <a:p>
            <a:r>
              <a:rPr lang="es-MX" sz="1100" dirty="0"/>
              <a:t>├── </a:t>
            </a:r>
            <a:r>
              <a:rPr lang="es-MX" sz="1100" dirty="0" err="1"/>
              <a:t>landing_page</a:t>
            </a:r>
            <a:r>
              <a:rPr lang="es-MX" sz="1100" dirty="0"/>
              <a:t>\          # </a:t>
            </a:r>
            <a:r>
              <a:rPr lang="es-MX" sz="1100" dirty="0" err="1"/>
              <a:t>Frontend</a:t>
            </a:r>
            <a:r>
              <a:rPr lang="es-MX" sz="1100" dirty="0"/>
              <a:t> (ya lo tienes)</a:t>
            </a:r>
          </a:p>
          <a:p>
            <a:r>
              <a:rPr lang="es-MX" sz="1100" dirty="0"/>
              <a:t>│   ├── index.html</a:t>
            </a:r>
          </a:p>
          <a:p>
            <a:r>
              <a:rPr lang="es-MX" sz="1100" dirty="0"/>
              <a:t>│   ├── </a:t>
            </a:r>
            <a:r>
              <a:rPr lang="es-MX" sz="1100" dirty="0" err="1"/>
              <a:t>css</a:t>
            </a:r>
            <a:r>
              <a:rPr lang="es-MX" sz="1100" dirty="0"/>
              <a:t>\</a:t>
            </a:r>
          </a:p>
          <a:p>
            <a:r>
              <a:rPr lang="es-MX" sz="1100" dirty="0"/>
              <a:t>│   ├── </a:t>
            </a:r>
            <a:r>
              <a:rPr lang="es-MX" sz="1100" dirty="0" err="1"/>
              <a:t>js</a:t>
            </a:r>
            <a:r>
              <a:rPr lang="es-MX" sz="1100" dirty="0"/>
              <a:t>\</a:t>
            </a:r>
          </a:p>
          <a:p>
            <a:r>
              <a:rPr lang="es-MX" sz="1100" dirty="0"/>
              <a:t>│   └── </a:t>
            </a:r>
            <a:r>
              <a:rPr lang="es-MX" sz="1100" dirty="0" err="1"/>
              <a:t>images</a:t>
            </a:r>
            <a:r>
              <a:rPr lang="es-MX" sz="1100" dirty="0"/>
              <a:t>\</a:t>
            </a:r>
          </a:p>
          <a:p>
            <a:r>
              <a:rPr lang="es-MX" sz="1100" dirty="0"/>
              <a:t>│</a:t>
            </a:r>
          </a:p>
          <a:p>
            <a:r>
              <a:rPr lang="es-MX" sz="1100" dirty="0"/>
              <a:t>└── </a:t>
            </a:r>
            <a:r>
              <a:rPr lang="es-MX" sz="1100" dirty="0" err="1"/>
              <a:t>admin_portal</a:t>
            </a:r>
            <a:r>
              <a:rPr lang="es-MX" sz="1100" dirty="0"/>
              <a:t>\          # Backend (nuevo)</a:t>
            </a:r>
          </a:p>
          <a:p>
            <a:r>
              <a:rPr lang="es-MX" sz="1100" dirty="0"/>
              <a:t>    ├── manage.py</a:t>
            </a:r>
          </a:p>
          <a:p>
            <a:r>
              <a:rPr lang="es-MX" sz="1100" dirty="0"/>
              <a:t>    ├── db.sqlite3</a:t>
            </a:r>
          </a:p>
          <a:p>
            <a:r>
              <a:rPr lang="es-MX" sz="1100" dirty="0"/>
              <a:t>    ├── </a:t>
            </a:r>
            <a:r>
              <a:rPr lang="es-MX" sz="1100" dirty="0" err="1"/>
              <a:t>config</a:t>
            </a:r>
            <a:r>
              <a:rPr lang="es-MX" sz="1100" dirty="0"/>
              <a:t>\            # Configuración Django</a:t>
            </a:r>
          </a:p>
          <a:p>
            <a:r>
              <a:rPr lang="es-MX" sz="1100" dirty="0"/>
              <a:t>    ├── catalogo\           # App de productos</a:t>
            </a:r>
          </a:p>
          <a:p>
            <a:r>
              <a:rPr lang="es-MX" sz="1100" dirty="0"/>
              <a:t>    └── api\                # </a:t>
            </a:r>
            <a:r>
              <a:rPr lang="es-MX" sz="1100" dirty="0" err="1"/>
              <a:t>Endpoints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1941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D80C7-5BF1-DBB1-A40E-947C866D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63DD41-9DFA-B27D-FEE3-7FED483D6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7207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hopping cart">
            <a:extLst>
              <a:ext uri="{FF2B5EF4-FFF2-40B4-BE49-F238E27FC236}">
                <a16:creationId xmlns:a16="http://schemas.microsoft.com/office/drawing/2014/main" id="{8D07B033-82E8-4883-0533-D9CB32E722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379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ABE0FA6-9BB0-1961-961B-191152FFF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s-MX" b="1">
                <a:solidFill>
                  <a:srgbClr val="FFFFFF"/>
                </a:solidFill>
              </a:rPr>
              <a:t>ETAPA 3: TIENDA ONLINE BÁSICA</a:t>
            </a:r>
            <a:endParaRPr lang="es-MX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024952-E180-48E5-CA92-9F28F892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FFFFFF"/>
                </a:solidFill>
              </a:rPr>
              <a:t>4-5 semanas</a:t>
            </a:r>
          </a:p>
          <a:p>
            <a:r>
              <a:rPr lang="es-MX" sz="2000" b="1" dirty="0">
                <a:solidFill>
                  <a:srgbClr val="FFFFFF"/>
                </a:solidFill>
              </a:rPr>
              <a:t>Módulo 3.1: Tienda B2C (consumidor final)</a:t>
            </a:r>
          </a:p>
          <a:p>
            <a:pPr lvl="1"/>
            <a:r>
              <a:rPr lang="es-MX" sz="2000" dirty="0">
                <a:solidFill>
                  <a:srgbClr val="FFFFFF"/>
                </a:solidFill>
              </a:rPr>
              <a:t>Carrito de compras</a:t>
            </a:r>
          </a:p>
          <a:p>
            <a:pPr lvl="1"/>
            <a:r>
              <a:rPr lang="es-MX" sz="2000" dirty="0">
                <a:solidFill>
                  <a:srgbClr val="FFFFFF"/>
                </a:solidFill>
              </a:rPr>
              <a:t>Sistema de registro/login de clientes</a:t>
            </a:r>
          </a:p>
          <a:p>
            <a:pPr lvl="1"/>
            <a:r>
              <a:rPr lang="es-MX" sz="2000" dirty="0" err="1">
                <a:solidFill>
                  <a:srgbClr val="FFFFFF"/>
                </a:solidFill>
              </a:rPr>
              <a:t>Checkout</a:t>
            </a:r>
            <a:r>
              <a:rPr lang="es-MX" sz="2000" dirty="0">
                <a:solidFill>
                  <a:srgbClr val="FFFFFF"/>
                </a:solidFill>
              </a:rPr>
              <a:t> básico (sin pasarela de pago inicialmente)</a:t>
            </a:r>
          </a:p>
          <a:p>
            <a:pPr lvl="1"/>
            <a:r>
              <a:rPr lang="es-MX" sz="2000" dirty="0">
                <a:solidFill>
                  <a:srgbClr val="FFFFFF"/>
                </a:solidFill>
              </a:rPr>
              <a:t>Gestión de pedidos para cliente</a:t>
            </a:r>
          </a:p>
          <a:p>
            <a:r>
              <a:rPr lang="es-MX" sz="2000" b="1" dirty="0">
                <a:solidFill>
                  <a:srgbClr val="FFFFFF"/>
                </a:solidFill>
              </a:rPr>
              <a:t>Módulo 3.2: Tienda B2B (mayoristas/distribuidores)</a:t>
            </a:r>
          </a:p>
          <a:p>
            <a:pPr lvl="1"/>
            <a:r>
              <a:rPr lang="es-MX" sz="2000" dirty="0">
                <a:solidFill>
                  <a:srgbClr val="FFFFFF"/>
                </a:solidFill>
              </a:rPr>
              <a:t>Precios diferenciados por tipo de cliente</a:t>
            </a:r>
          </a:p>
          <a:p>
            <a:pPr lvl="1"/>
            <a:r>
              <a:rPr lang="es-MX" sz="2000" dirty="0">
                <a:solidFill>
                  <a:srgbClr val="FFFFFF"/>
                </a:solidFill>
              </a:rPr>
              <a:t>Mínimos de compra por categoría</a:t>
            </a:r>
          </a:p>
          <a:p>
            <a:pPr lvl="1"/>
            <a:r>
              <a:rPr lang="es-MX" sz="2000" dirty="0">
                <a:solidFill>
                  <a:srgbClr val="FFFFFF"/>
                </a:solidFill>
              </a:rPr>
              <a:t>Historial de pedidos y facturación</a:t>
            </a:r>
          </a:p>
          <a:p>
            <a:pPr lvl="1"/>
            <a:r>
              <a:rPr lang="es-MX" sz="2000" dirty="0">
                <a:solidFill>
                  <a:srgbClr val="FFFFFF"/>
                </a:solidFill>
              </a:rPr>
              <a:t>Sistema de cotizaciones online</a:t>
            </a:r>
          </a:p>
          <a:p>
            <a:endParaRPr lang="es-MX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26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5C19CE-AE2A-A0E8-97A4-BA57C9E2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MX" sz="3900" b="1">
                <a:solidFill>
                  <a:srgbClr val="FFFFFF"/>
                </a:solidFill>
              </a:rPr>
              <a:t>ETAPA 4: ERP SIMPLIFICADO</a:t>
            </a:r>
            <a:endParaRPr lang="es-MX" sz="3900">
              <a:solidFill>
                <a:srgbClr val="FFFFFF"/>
              </a:solidFill>
            </a:endParaRPr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5501CD-4CB2-4D24-1B7B-3BEFEAA7D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chemeClr val="tx1">
                    <a:alpha val="80000"/>
                  </a:schemeClr>
                </a:solidFill>
              </a:rPr>
              <a:t>6-8 semanas</a:t>
            </a:r>
          </a:p>
          <a:p>
            <a:r>
              <a:rPr lang="es-MX" sz="2000" b="1" dirty="0">
                <a:solidFill>
                  <a:schemeClr val="tx1">
                    <a:alpha val="80000"/>
                  </a:schemeClr>
                </a:solidFill>
              </a:rPr>
              <a:t>Módulo 4.1: Gestión de Producción</a:t>
            </a:r>
          </a:p>
          <a:p>
            <a:pPr lvl="1"/>
            <a:r>
              <a:rPr lang="es-MX" sz="2000" dirty="0">
                <a:solidFill>
                  <a:schemeClr val="tx1">
                    <a:alpha val="80000"/>
                  </a:schemeClr>
                </a:solidFill>
              </a:rPr>
              <a:t>Control de inventario de materias primas</a:t>
            </a:r>
          </a:p>
          <a:p>
            <a:pPr lvl="1"/>
            <a:r>
              <a:rPr lang="es-MX" sz="2000" dirty="0">
                <a:solidFill>
                  <a:schemeClr val="tx1">
                    <a:alpha val="80000"/>
                  </a:schemeClr>
                </a:solidFill>
              </a:rPr>
              <a:t>Registro de fórmulas/productos terminados</a:t>
            </a:r>
          </a:p>
          <a:p>
            <a:pPr lvl="1"/>
            <a:r>
              <a:rPr lang="es-MX" sz="2000" dirty="0">
                <a:solidFill>
                  <a:schemeClr val="tx1">
                    <a:alpha val="80000"/>
                  </a:schemeClr>
                </a:solidFill>
              </a:rPr>
              <a:t>Planificación de producción por lotes</a:t>
            </a:r>
          </a:p>
          <a:p>
            <a:pPr lvl="1"/>
            <a:r>
              <a:rPr lang="es-MX" sz="2000" dirty="0">
                <a:solidFill>
                  <a:schemeClr val="tx1">
                    <a:alpha val="80000"/>
                  </a:schemeClr>
                </a:solidFill>
              </a:rPr>
              <a:t>Control de calidad básico</a:t>
            </a:r>
          </a:p>
          <a:p>
            <a:r>
              <a:rPr lang="es-MX" sz="2000" b="1" dirty="0">
                <a:solidFill>
                  <a:schemeClr val="tx1">
                    <a:alpha val="80000"/>
                  </a:schemeClr>
                </a:solidFill>
              </a:rPr>
              <a:t>Módulo 4.2: Gestión Comercial (CRM)</a:t>
            </a:r>
          </a:p>
          <a:p>
            <a:pPr lvl="1"/>
            <a:r>
              <a:rPr lang="es-MX" sz="2000" dirty="0">
                <a:solidFill>
                  <a:schemeClr val="tx1">
                    <a:alpha val="80000"/>
                  </a:schemeClr>
                </a:solidFill>
              </a:rPr>
              <a:t>Gestión de clientes (consumidor, distribuidor, maquila)</a:t>
            </a:r>
          </a:p>
          <a:p>
            <a:pPr lvl="1"/>
            <a:r>
              <a:rPr lang="es-MX" sz="2000" dirty="0">
                <a:solidFill>
                  <a:schemeClr val="tx1">
                    <a:alpha val="80000"/>
                  </a:schemeClr>
                </a:solidFill>
              </a:rPr>
              <a:t>Seguimiento de leads y contactos</a:t>
            </a:r>
          </a:p>
          <a:p>
            <a:pPr lvl="1"/>
            <a:r>
              <a:rPr lang="es-MX" sz="2000" dirty="0">
                <a:solidFill>
                  <a:schemeClr val="tx1">
                    <a:alpha val="80000"/>
                  </a:schemeClr>
                </a:solidFill>
              </a:rPr>
              <a:t>Historial de interacciones</a:t>
            </a:r>
          </a:p>
          <a:p>
            <a:pPr lvl="1"/>
            <a:r>
              <a:rPr lang="es-MX" sz="2000" dirty="0">
                <a:solidFill>
                  <a:schemeClr val="tx1">
                    <a:alpha val="80000"/>
                  </a:schemeClr>
                </a:solidFill>
              </a:rPr>
              <a:t>Recordatorios y tareas comerciales</a:t>
            </a:r>
          </a:p>
          <a:p>
            <a:endParaRPr lang="es-MX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49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905DC3-6A4F-61D9-EB98-37ECFE5D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MX" b="1" dirty="0"/>
              <a:t>Módulo 4.3: Gestión Administrativa</a:t>
            </a:r>
            <a:endParaRPr lang="es-MX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C548236-0FA8-2D34-1DBB-D1451F2B8E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25012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830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292DAD-D95C-EBF9-78BC-92439399D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MX" sz="4000" dirty="0">
                <a:solidFill>
                  <a:srgbClr val="FFFFFF"/>
                </a:solidFill>
              </a:rPr>
              <a:t>Entorno y software requerido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5485C89-E65B-42F4-5C18-5B03EB649B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27815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8704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2875E-468F-F517-D515-D5A703F4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Usuarios / accesos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31DBAA-87EB-B817-CC15-03ECA7D4D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BD</a:t>
            </a:r>
          </a:p>
          <a:p>
            <a:pPr lvl="1"/>
            <a:r>
              <a:rPr lang="es-MX" dirty="0" err="1"/>
              <a:t>Catalogo_db</a:t>
            </a:r>
            <a:r>
              <a:rPr lang="es-MX" dirty="0"/>
              <a:t>: </a:t>
            </a:r>
            <a:r>
              <a:rPr lang="es-MX" dirty="0" err="1"/>
              <a:t>sgonzalezm</a:t>
            </a:r>
            <a:r>
              <a:rPr lang="es-MX" dirty="0"/>
              <a:t> – 3lR10Quefluye$</a:t>
            </a:r>
          </a:p>
          <a:p>
            <a:pPr lvl="1"/>
            <a:endParaRPr lang="es-MX" dirty="0"/>
          </a:p>
          <a:p>
            <a:pPr lvl="1"/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3B91529-9B8C-DEB2-683A-F6C47B7CDAE2}"/>
              </a:ext>
            </a:extLst>
          </p:cNvPr>
          <p:cNvSpPr/>
          <p:nvPr/>
        </p:nvSpPr>
        <p:spPr>
          <a:xfrm>
            <a:off x="2662813" y="4200211"/>
            <a:ext cx="8842550" cy="1225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0904AA3-0B5B-198E-23EF-6C7E096BF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636" y="2068332"/>
            <a:ext cx="4766734" cy="476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70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51902-533D-A64C-D443-B7B846CF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Productos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36BEA6-CC87-4A05-06D7-C79FB5904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7776" cy="4351338"/>
          </a:xfrm>
        </p:spPr>
        <p:txBody>
          <a:bodyPr>
            <a:normAutofit fontScale="85000" lnSpcReduction="20000"/>
          </a:bodyPr>
          <a:lstStyle/>
          <a:p>
            <a:r>
              <a:rPr lang="es-MX" dirty="0"/>
              <a:t>Desengrasante cocina industrial </a:t>
            </a:r>
          </a:p>
          <a:p>
            <a:r>
              <a:rPr lang="es-MX" dirty="0"/>
              <a:t>Cloro</a:t>
            </a:r>
          </a:p>
          <a:p>
            <a:r>
              <a:rPr lang="es-MX" dirty="0"/>
              <a:t>Pinol</a:t>
            </a:r>
          </a:p>
          <a:p>
            <a:r>
              <a:rPr lang="es-MX" dirty="0"/>
              <a:t>Suavizantes (2 aromas)</a:t>
            </a:r>
          </a:p>
          <a:p>
            <a:r>
              <a:rPr lang="es-MX" dirty="0"/>
              <a:t>Limpiador tipo Fabuloso (4 aromas)</a:t>
            </a:r>
          </a:p>
          <a:p>
            <a:r>
              <a:rPr lang="es-MX" dirty="0"/>
              <a:t>Quita cochambre</a:t>
            </a:r>
          </a:p>
          <a:p>
            <a:r>
              <a:rPr lang="es-MX" dirty="0"/>
              <a:t>Mas color</a:t>
            </a:r>
          </a:p>
          <a:p>
            <a:r>
              <a:rPr lang="es-MX" dirty="0"/>
              <a:t>Mas color ropa negra</a:t>
            </a:r>
          </a:p>
          <a:p>
            <a:r>
              <a:rPr lang="es-MX" dirty="0"/>
              <a:t>Detergente ropa blanca</a:t>
            </a:r>
          </a:p>
          <a:p>
            <a:r>
              <a:rPr lang="es-MX" dirty="0"/>
              <a:t>Jabón liquido para manos</a:t>
            </a:r>
          </a:p>
          <a:p>
            <a:r>
              <a:rPr lang="es-MX" dirty="0"/>
              <a:t>Jabón liquido trastes</a:t>
            </a:r>
          </a:p>
        </p:txBody>
      </p:sp>
    </p:spTree>
    <p:extLst>
      <p:ext uri="{BB962C8B-B14F-4D97-AF65-F5344CB8AC3E}">
        <p14:creationId xmlns:p14="http://schemas.microsoft.com/office/powerpoint/2010/main" val="2992954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8466</TotalTime>
  <Words>632</Words>
  <Application>Microsoft Office PowerPoint</Application>
  <PresentationFormat>Panorámica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Tema de Office</vt:lpstr>
      <vt:lpstr>AV Clean</vt:lpstr>
      <vt:lpstr>Funcionalidades</vt:lpstr>
      <vt:lpstr>Cronograma</vt:lpstr>
      <vt:lpstr>ETAPA 2: LANDING PAGE Y CATÁLOGO</vt:lpstr>
      <vt:lpstr>Estructura catalogo de productos</vt:lpstr>
      <vt:lpstr>Presentación de PowerPoint</vt:lpstr>
      <vt:lpstr>ETAPA 3: TIENDA ONLINE BÁSICA</vt:lpstr>
      <vt:lpstr>ETAPA 4: ERP SIMPLIFICADO</vt:lpstr>
      <vt:lpstr>Módulo 4.3: Gestión Administrativa</vt:lpstr>
      <vt:lpstr>Entorno y software requerido</vt:lpstr>
      <vt:lpstr>Usuarios / accesos</vt:lpstr>
      <vt:lpstr>Productos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Arnulfo Gonzalez Muñiz</dc:creator>
  <cp:lastModifiedBy>Diego Arnulfo Gonzalez Muñiz</cp:lastModifiedBy>
  <cp:revision>10</cp:revision>
  <dcterms:created xsi:type="dcterms:W3CDTF">2026-02-10T04:49:42Z</dcterms:created>
  <dcterms:modified xsi:type="dcterms:W3CDTF">2026-02-24T14:53:12Z</dcterms:modified>
</cp:coreProperties>
</file>